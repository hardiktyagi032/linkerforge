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75ee753ff441f7" /><Relationship Type="http://schemas.openxmlformats.org/officeDocument/2006/relationships/extended-properties" Target="/docProps/app.xml" Id="Ra3c701cf52874d70" /><Relationship Type="http://schemas.openxmlformats.org/officeDocument/2006/relationships/officeDocument" Target="/ppt/presentation.xml" Id="R1857547dc6ec44d3" /></Relationships>
</file>

<file path=ppt/presentation.xml><?xml version="1.0" encoding="utf-8"?>
<p:presentation xmlns:p="http://schemas.openxmlformats.org/presentationml/2006/main">
  <p:sldMasterIdLst>
    <p:sldMasterId xmlns:r="http://schemas.openxmlformats.org/officeDocument/2006/relationships" id="2147483648" r:id="R653d163b9a8745e9"/>
  </p:sldMasterIdLst>
  <p:notesMasterIdLst>
    <p:notesMasterId xmlns:r="http://schemas.openxmlformats.org/officeDocument/2006/relationships" r:id="Re25230f754054d8b"/>
  </p:notesMasterIdLst>
  <p:sldIdLst>
    <p:sldId xmlns:r="http://schemas.openxmlformats.org/officeDocument/2006/relationships" id="256" r:id="Rcc41ec943c334e9f"/>
    <p:sldId xmlns:r="http://schemas.openxmlformats.org/officeDocument/2006/relationships" id="257" r:id="R2b8aa8039769470c"/>
    <p:sldId xmlns:r="http://schemas.openxmlformats.org/officeDocument/2006/relationships" id="258" r:id="R3dd23ae95afc4fd8"/>
    <p:sldId xmlns:r="http://schemas.openxmlformats.org/officeDocument/2006/relationships" id="259" r:id="R3f3a2bb48bb74f51"/>
    <p:sldId xmlns:r="http://schemas.openxmlformats.org/officeDocument/2006/relationships" id="260" r:id="R7ad14af70b0e48e7"/>
    <p:sldId xmlns:r="http://schemas.openxmlformats.org/officeDocument/2006/relationships" id="261" r:id="R81f0747352a04764"/>
    <p:sldId xmlns:r="http://schemas.openxmlformats.org/officeDocument/2006/relationships" id="262" r:id="R800807075f654b51"/>
    <p:sldId xmlns:r="http://schemas.openxmlformats.org/officeDocument/2006/relationships" id="263" r:id="R524ac605749b4e5f"/>
    <p:sldId xmlns:r="http://schemas.openxmlformats.org/officeDocument/2006/relationships" id="264" r:id="Rf663a587ce9a456f"/>
    <p:sldId xmlns:r="http://schemas.openxmlformats.org/officeDocument/2006/relationships" id="265" r:id="R50b90a7b74b34ed2"/>
    <p:sldId xmlns:r="http://schemas.openxmlformats.org/officeDocument/2006/relationships" id="266" r:id="Rc31d07897fb64fb5"/>
    <p:sldId xmlns:r="http://schemas.openxmlformats.org/officeDocument/2006/relationships" id="267" r:id="R3b46f7fac36c48b3"/>
    <p:sldId xmlns:r="http://schemas.openxmlformats.org/officeDocument/2006/relationships" id="268" r:id="R27126a666a5540c2"/>
    <p:sldId xmlns:r="http://schemas.openxmlformats.org/officeDocument/2006/relationships" id="269" r:id="R096af2475a5f4f58"/>
    <p:sldId xmlns:r="http://schemas.openxmlformats.org/officeDocument/2006/relationships" id="270" r:id="R15069a854f6a44df"/>
    <p:sldId xmlns:r="http://schemas.openxmlformats.org/officeDocument/2006/relationships" id="271" r:id="R67a5563b10a74ef2"/>
    <p:sldId xmlns:r="http://schemas.openxmlformats.org/officeDocument/2006/relationships" id="272" r:id="R2183be362a4544fb"/>
    <p:sldId xmlns:r="http://schemas.openxmlformats.org/officeDocument/2006/relationships" id="273" r:id="R6212e7f0e0f44079"/>
    <p:sldId xmlns:r="http://schemas.openxmlformats.org/officeDocument/2006/relationships" id="274" r:id="Rad3022852e01409c"/>
    <p:sldId xmlns:r="http://schemas.openxmlformats.org/officeDocument/2006/relationships" id="275" r:id="Red68a0587aee4b59"/>
    <p:sldId xmlns:r="http://schemas.openxmlformats.org/officeDocument/2006/relationships" id="276" r:id="R60b959fa99e84d1c"/>
    <p:sldId xmlns:r="http://schemas.openxmlformats.org/officeDocument/2006/relationships" id="277" r:id="R5acf5927b4fe4389"/>
    <p:sldId xmlns:r="http://schemas.openxmlformats.org/officeDocument/2006/relationships" id="278" r:id="R84e35dafd9ed40e9"/>
    <p:sldId xmlns:r="http://schemas.openxmlformats.org/officeDocument/2006/relationships" id="279" r:id="R1cb552c39bdc4cfd"/>
    <p:sldId xmlns:r="http://schemas.openxmlformats.org/officeDocument/2006/relationships" id="280" r:id="R293f78a349964410"/>
    <p:sldId xmlns:r="http://schemas.openxmlformats.org/officeDocument/2006/relationships" id="281" r:id="R17e544042e284f87"/>
    <p:sldId xmlns:r="http://schemas.openxmlformats.org/officeDocument/2006/relationships" id="282" r:id="Rf23c7a5f344a4ab8"/>
    <p:sldId xmlns:r="http://schemas.openxmlformats.org/officeDocument/2006/relationships" id="283" r:id="R00cdf8c7dfb64a84"/>
    <p:sldId xmlns:r="http://schemas.openxmlformats.org/officeDocument/2006/relationships" id="284" r:id="Rec6a57d9e1f34398"/>
    <p:sldId xmlns:r="http://schemas.openxmlformats.org/officeDocument/2006/relationships" id="285" r:id="R749873197a8f484b"/>
    <p:sldId xmlns:r="http://schemas.openxmlformats.org/officeDocument/2006/relationships" id="286" r:id="Ra3743adf886d4c84"/>
    <p:sldId xmlns:r="http://schemas.openxmlformats.org/officeDocument/2006/relationships" id="287" r:id="R06b0f8ff33b14cd4"/>
    <p:sldId xmlns:r="http://schemas.openxmlformats.org/officeDocument/2006/relationships" id="288" r:id="R24ae84ad91004a6d"/>
    <p:sldId xmlns:r="http://schemas.openxmlformats.org/officeDocument/2006/relationships" id="289" r:id="R88656d9993da477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fa47b1d95b343f9" /><Relationship Type="http://schemas.openxmlformats.org/officeDocument/2006/relationships/slideMaster" Target="/ppt/slideMasters/slideMaster1.xml" Id="R653d163b9a8745e9" /><Relationship Type="http://schemas.openxmlformats.org/officeDocument/2006/relationships/notesMaster" Target="/ppt/notesMasters/notesMaster1.xml" Id="Re25230f754054d8b" /><Relationship Type="http://schemas.openxmlformats.org/officeDocument/2006/relationships/presProps" Target="/ppt/presProps.xml" Id="R93c1efb456194d6f" /><Relationship Type="http://schemas.openxmlformats.org/officeDocument/2006/relationships/viewProps" Target="/ppt/viewProps.xml" Id="R06ee5c15076f48bf" /><Relationship Type="http://schemas.openxmlformats.org/officeDocument/2006/relationships/tableStyles" Target="/ppt/tableStyles.xml" Id="R6907181df6e34a14" /><Relationship Type="http://schemas.openxmlformats.org/officeDocument/2006/relationships/slide" Target="/ppt/slides/slide1.xml" Id="Rcc41ec943c334e9f" /><Relationship Type="http://schemas.openxmlformats.org/officeDocument/2006/relationships/slide" Target="/ppt/slides/slide2.xml" Id="R2b8aa8039769470c" /><Relationship Type="http://schemas.openxmlformats.org/officeDocument/2006/relationships/slide" Target="/ppt/slides/slide3.xml" Id="R3dd23ae95afc4fd8" /><Relationship Type="http://schemas.openxmlformats.org/officeDocument/2006/relationships/slide" Target="/ppt/slides/slide4.xml" Id="R3f3a2bb48bb74f51" /><Relationship Type="http://schemas.openxmlformats.org/officeDocument/2006/relationships/slide" Target="/ppt/slides/slide5.xml" Id="R7ad14af70b0e48e7" /><Relationship Type="http://schemas.openxmlformats.org/officeDocument/2006/relationships/slide" Target="/ppt/slides/slide6.xml" Id="R81f0747352a04764" /><Relationship Type="http://schemas.openxmlformats.org/officeDocument/2006/relationships/slide" Target="/ppt/slides/slide7.xml" Id="R800807075f654b51" /><Relationship Type="http://schemas.openxmlformats.org/officeDocument/2006/relationships/slide" Target="/ppt/slides/slide8.xml" Id="R524ac605749b4e5f" /><Relationship Type="http://schemas.openxmlformats.org/officeDocument/2006/relationships/slide" Target="/ppt/slides/slide9.xml" Id="Rf663a587ce9a456f" /><Relationship Type="http://schemas.openxmlformats.org/officeDocument/2006/relationships/slide" Target="/ppt/slides/slide10.xml" Id="R50b90a7b74b34ed2" /><Relationship Type="http://schemas.openxmlformats.org/officeDocument/2006/relationships/slide" Target="/ppt/slides/slide11.xml" Id="Rc31d07897fb64fb5" /><Relationship Type="http://schemas.openxmlformats.org/officeDocument/2006/relationships/slide" Target="/ppt/slides/slide12.xml" Id="R3b46f7fac36c48b3" /><Relationship Type="http://schemas.openxmlformats.org/officeDocument/2006/relationships/slide" Target="/ppt/slides/slide13.xml" Id="R27126a666a5540c2" /><Relationship Type="http://schemas.openxmlformats.org/officeDocument/2006/relationships/slide" Target="/ppt/slides/slide14.xml" Id="R096af2475a5f4f58" /><Relationship Type="http://schemas.openxmlformats.org/officeDocument/2006/relationships/slide" Target="/ppt/slides/slide15.xml" Id="R15069a854f6a44df" /><Relationship Type="http://schemas.openxmlformats.org/officeDocument/2006/relationships/slide" Target="/ppt/slides/slide16.xml" Id="R67a5563b10a74ef2" /><Relationship Type="http://schemas.openxmlformats.org/officeDocument/2006/relationships/slide" Target="/ppt/slides/slide17.xml" Id="R2183be362a4544fb" /><Relationship Type="http://schemas.openxmlformats.org/officeDocument/2006/relationships/slide" Target="/ppt/slides/slide18.xml" Id="R6212e7f0e0f44079" /><Relationship Type="http://schemas.openxmlformats.org/officeDocument/2006/relationships/slide" Target="/ppt/slides/slide19.xml" Id="Rad3022852e01409c" /><Relationship Type="http://schemas.openxmlformats.org/officeDocument/2006/relationships/slide" Target="/ppt/slides/slide20.xml" Id="Red68a0587aee4b59" /><Relationship Type="http://schemas.openxmlformats.org/officeDocument/2006/relationships/slide" Target="/ppt/slides/slide21.xml" Id="R60b959fa99e84d1c" /><Relationship Type="http://schemas.openxmlformats.org/officeDocument/2006/relationships/slide" Target="/ppt/slides/slide22.xml" Id="R5acf5927b4fe4389" /><Relationship Type="http://schemas.openxmlformats.org/officeDocument/2006/relationships/slide" Target="/ppt/slides/slide23.xml" Id="R84e35dafd9ed40e9" /><Relationship Type="http://schemas.openxmlformats.org/officeDocument/2006/relationships/slide" Target="/ppt/slides/slide24.xml" Id="R1cb552c39bdc4cfd" /><Relationship Type="http://schemas.openxmlformats.org/officeDocument/2006/relationships/slide" Target="/ppt/slides/slide25.xml" Id="R293f78a349964410" /><Relationship Type="http://schemas.openxmlformats.org/officeDocument/2006/relationships/slide" Target="/ppt/slides/slide26.xml" Id="R17e544042e284f87" /><Relationship Type="http://schemas.openxmlformats.org/officeDocument/2006/relationships/slide" Target="/ppt/slides/slide27.xml" Id="Rf23c7a5f344a4ab8" /><Relationship Type="http://schemas.openxmlformats.org/officeDocument/2006/relationships/slide" Target="/ppt/slides/slide28.xml" Id="R00cdf8c7dfb64a84" /><Relationship Type="http://schemas.openxmlformats.org/officeDocument/2006/relationships/slide" Target="/ppt/slides/slide29.xml" Id="Rec6a57d9e1f34398" /><Relationship Type="http://schemas.openxmlformats.org/officeDocument/2006/relationships/slide" Target="/ppt/slides/slide30.xml" Id="R749873197a8f484b" /><Relationship Type="http://schemas.openxmlformats.org/officeDocument/2006/relationships/slide" Target="/ppt/slides/slide31.xml" Id="Ra3743adf886d4c84" /><Relationship Type="http://schemas.openxmlformats.org/officeDocument/2006/relationships/slide" Target="/ppt/slides/slide32.xml" Id="R06b0f8ff33b14cd4" /><Relationship Type="http://schemas.openxmlformats.org/officeDocument/2006/relationships/slide" Target="/ppt/slides/slide33.xml" Id="R24ae84ad91004a6d" /><Relationship Type="http://schemas.openxmlformats.org/officeDocument/2006/relationships/slide" Target="/ppt/slides/slide34.xml" Id="R88656d9993da47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d64ef6dda943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5b3fbd3f514ab2" /><Relationship Type="http://schemas.openxmlformats.org/officeDocument/2006/relationships/notesMaster" Target="/ppt/notesMasters/notesMaster1.xml" Id="R0b569cfb669f4e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45a8c3eeaa4667" /><Relationship Type="http://schemas.openxmlformats.org/officeDocument/2006/relationships/notesMaster" Target="/ppt/notesMasters/notesMaster1.xml" Id="R95cc250022f243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e1073be75b4d4d" /><Relationship Type="http://schemas.openxmlformats.org/officeDocument/2006/relationships/notesMaster" Target="/ppt/notesMasters/notesMaster1.xml" Id="R5678ecfdb5024c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d4215245244d22" /><Relationship Type="http://schemas.openxmlformats.org/officeDocument/2006/relationships/notesMaster" Target="/ppt/notesMasters/notesMaster1.xml" Id="R7ac65c08503b44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2b303c99c24e8f" /><Relationship Type="http://schemas.openxmlformats.org/officeDocument/2006/relationships/notesMaster" Target="/ppt/notesMasters/notesMaster1.xml" Id="R759bbdd030a641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bd4f52d5604df9" /><Relationship Type="http://schemas.openxmlformats.org/officeDocument/2006/relationships/notesMaster" Target="/ppt/notesMasters/notesMaster1.xml" Id="R7fbb210defdb4b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cebccec9d3486b" /><Relationship Type="http://schemas.openxmlformats.org/officeDocument/2006/relationships/notesMaster" Target="/ppt/notesMasters/notesMaster1.xml" Id="R5e96ad0833f84b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df5d59195348c1" /><Relationship Type="http://schemas.openxmlformats.org/officeDocument/2006/relationships/notesMaster" Target="/ppt/notesMasters/notesMaster1.xml" Id="Re58b05b061264f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a5a0ec972f4b34" /><Relationship Type="http://schemas.openxmlformats.org/officeDocument/2006/relationships/notesMaster" Target="/ppt/notesMasters/notesMaster1.xml" Id="Rb337813a51db4e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847019478946c8" /><Relationship Type="http://schemas.openxmlformats.org/officeDocument/2006/relationships/notesMaster" Target="/ppt/notesMasters/notesMaster1.xml" Id="R057d5f0552f348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14bc1f5fd042a2" /><Relationship Type="http://schemas.openxmlformats.org/officeDocument/2006/relationships/notesMaster" Target="/ppt/notesMasters/notesMaster1.xml" Id="Re87cb1df117149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8e99607c8342a3" /><Relationship Type="http://schemas.openxmlformats.org/officeDocument/2006/relationships/notesMaster" Target="/ppt/notesMasters/notesMaster1.xml" Id="Rb3a7257a1dd049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7e590422774352" /><Relationship Type="http://schemas.openxmlformats.org/officeDocument/2006/relationships/notesMaster" Target="/ppt/notesMasters/notesMaster1.xml" Id="R1fa7147759ee4c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9946b9685d4f1f" /><Relationship Type="http://schemas.openxmlformats.org/officeDocument/2006/relationships/notesMaster" Target="/ppt/notesMasters/notesMaster1.xml" Id="R5df97eacaf0c42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1b60c78efc476a" /><Relationship Type="http://schemas.openxmlformats.org/officeDocument/2006/relationships/notesMaster" Target="/ppt/notesMasters/notesMaster1.xml" Id="Rf3d96b3bff5d49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b543317e144bc4" /><Relationship Type="http://schemas.openxmlformats.org/officeDocument/2006/relationships/notesMaster" Target="/ppt/notesMasters/notesMaster1.xml" Id="R9934dc80e52441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a1531edb324a9c" /><Relationship Type="http://schemas.openxmlformats.org/officeDocument/2006/relationships/notesMaster" Target="/ppt/notesMasters/notesMaster1.xml" Id="R74d3b4a63ab54c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e8a0a191db40de" /><Relationship Type="http://schemas.openxmlformats.org/officeDocument/2006/relationships/notesMaster" Target="/ppt/notesMasters/notesMaster1.xml" Id="Rc4338ec87d3e49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32acc644f24c52" /><Relationship Type="http://schemas.openxmlformats.org/officeDocument/2006/relationships/notesMaster" Target="/ppt/notesMasters/notesMaster1.xml" Id="R12744eda9cbf46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9564ea0b7b4e84" /><Relationship Type="http://schemas.openxmlformats.org/officeDocument/2006/relationships/notesMaster" Target="/ppt/notesMasters/notesMaster1.xml" Id="R33f684b5b97942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6da19268b54502" /><Relationship Type="http://schemas.openxmlformats.org/officeDocument/2006/relationships/notesMaster" Target="/ppt/notesMasters/notesMaster1.xml" Id="R0133d5ceeb564b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6d8391c080e4e5e" /><Relationship Type="http://schemas.openxmlformats.org/officeDocument/2006/relationships/notesMaster" Target="/ppt/notesMasters/notesMaster1.xml" Id="Rdf4a7d56c5b24d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0b0b9a3ebb4308" /><Relationship Type="http://schemas.openxmlformats.org/officeDocument/2006/relationships/notesMaster" Target="/ppt/notesMasters/notesMaster1.xml" Id="R676c410a6f3c4ea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795ac09b51448f1" /><Relationship Type="http://schemas.openxmlformats.org/officeDocument/2006/relationships/notesMaster" Target="/ppt/notesMasters/notesMaster1.xml" Id="R40006e2b2c914e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ed93b50c544a8c" /><Relationship Type="http://schemas.openxmlformats.org/officeDocument/2006/relationships/notesMaster" Target="/ppt/notesMasters/notesMaster1.xml" Id="Rf1ae15801ec94a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d378b0ca4454d73" /><Relationship Type="http://schemas.openxmlformats.org/officeDocument/2006/relationships/notesMaster" Target="/ppt/notesMasters/notesMaster1.xml" Id="R21e29aadef6e49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4e4f369a5e24d7b" /><Relationship Type="http://schemas.openxmlformats.org/officeDocument/2006/relationships/notesMaster" Target="/ppt/notesMasters/notesMaster1.xml" Id="R59c03049701c47f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062dd5394634f98" /><Relationship Type="http://schemas.openxmlformats.org/officeDocument/2006/relationships/notesMaster" Target="/ppt/notesMasters/notesMaster1.xml" Id="Rf4a6260673ac461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5e572ff39334fe7" /><Relationship Type="http://schemas.openxmlformats.org/officeDocument/2006/relationships/notesMaster" Target="/ppt/notesMasters/notesMaster1.xml" Id="R6cd3d2f556f347f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4cf02a1bb74655" /><Relationship Type="http://schemas.openxmlformats.org/officeDocument/2006/relationships/notesMaster" Target="/ppt/notesMasters/notesMaster1.xml" Id="Re86983bf505e42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25c2245e45344e2" /><Relationship Type="http://schemas.openxmlformats.org/officeDocument/2006/relationships/notesMaster" Target="/ppt/notesMasters/notesMaster1.xml" Id="Raa85464982c9406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6bc4a0ea74c41be" /><Relationship Type="http://schemas.openxmlformats.org/officeDocument/2006/relationships/notesMaster" Target="/ppt/notesMasters/notesMaster1.xml" Id="Rbddf7e0fef904c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9e146543dbb4eea" /><Relationship Type="http://schemas.openxmlformats.org/officeDocument/2006/relationships/notesMaster" Target="/ppt/notesMasters/notesMaster1.xml" Id="R55d214b70c0947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45c891722f448e1" /><Relationship Type="http://schemas.openxmlformats.org/officeDocument/2006/relationships/notesMaster" Target="/ppt/notesMasters/notesMaster1.xml" Id="R85cd20fdd62c4a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https://doi.org/10.1093/bioinformatics/btaa808</a:t>
            </a:r>
          </a:p>
          <a:p xmlns:a="http://schemas.openxmlformats.org/drawingml/2006/main">
            <a:r>
              <a:t>- https://doi.org/10.1016/j.gpb.2022.10.004</a:t>
            </a:r>
          </a:p>
          <a:p xmlns:a="http://schemas.openxmlformats.org/drawingml/2006/main">
            <a:r>
              <a:t>- https://doi.org/10.1016/j.synbio.2026.02.003</a:t>
            </a:r>
          </a:p>
          <a:p xmlns:a="http://schemas.openxmlformats.org/drawingml/2006/main">
            <a:r>
              <a:t>- https://www.nature.com/articles/s41592-022-01488-1</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2\runs\folds\public-multipair-af2ptm-20261021\verified_public_acceptance_run_method_tasks_2026-10-22.md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24eaacbd194d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ca333f97fe4d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de5a67be764e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5428e69c564c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6c69a3bac54c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52d7e6aa824d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63302952d94165" /><Relationship Type="http://schemas.openxmlformats.org/officeDocument/2006/relationships/slideLayout" Target="/ppt/slideLayouts/slideLayout1.xml" Id="Rd77d373a73d24f1b" /><Relationship Type="http://schemas.openxmlformats.org/officeDocument/2006/relationships/slideLayout" Target="/ppt/slideLayouts/slideLayout2.xml" Id="R6b9f1c1fd31346da" /><Relationship Type="http://schemas.openxmlformats.org/officeDocument/2006/relationships/slideLayout" Target="/ppt/slideLayouts/slideLayout3.xml" Id="R3b97de29c1484ce5" /><Relationship Type="http://schemas.openxmlformats.org/officeDocument/2006/relationships/slideLayout" Target="/ppt/slideLayouts/slideLayout4.xml" Id="R35b16f48e5e24d42" /><Relationship Type="http://schemas.openxmlformats.org/officeDocument/2006/relationships/slideLayout" Target="/ppt/slideLayouts/slideLayout5.xml" Id="R3fb4c1aaa1b041d1" /><Relationship Type="http://schemas.openxmlformats.org/officeDocument/2006/relationships/slideLayout" Target="/ppt/slideLayouts/slideLayout6.xml" Id="Rdf9b2b1b07994a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7d373a73d24f1b"/>
    <p:sldLayoutId xmlns:r="http://schemas.openxmlformats.org/officeDocument/2006/relationships" id="2147483650" r:id="R6b9f1c1fd31346da"/>
    <p:sldLayoutId xmlns:r="http://schemas.openxmlformats.org/officeDocument/2006/relationships" id="2147483651" r:id="R3b97de29c1484ce5"/>
    <p:sldLayoutId xmlns:r="http://schemas.openxmlformats.org/officeDocument/2006/relationships" id="2147483652" r:id="R35b16f48e5e24d42"/>
    <p:sldLayoutId xmlns:r="http://schemas.openxmlformats.org/officeDocument/2006/relationships" id="2147483653" r:id="R3fb4c1aaa1b041d1"/>
    <p:sldLayoutId xmlns:r="http://schemas.openxmlformats.org/officeDocument/2006/relationships" id="2147483654" r:id="Rdf9b2b1b07994a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a362c68ae2468a" /><Relationship Type="http://schemas.openxmlformats.org/officeDocument/2006/relationships/image" Target="/ppt/media/image.png" Id="Re33246fb13164999" /><Relationship Type="http://schemas.openxmlformats.org/officeDocument/2006/relationships/notesSlide" Target="/ppt/notesSlides/notesSlide1.xml" Id="R6c37ea75b53a40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0625d0ae0642b5" /><Relationship Type="http://schemas.openxmlformats.org/officeDocument/2006/relationships/notesSlide" Target="/ppt/notesSlides/notesSlide2.xml" Id="R74b43ad3a4ce42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b79926d6cc4ad0" /><Relationship Type="http://schemas.openxmlformats.org/officeDocument/2006/relationships/notesSlide" Target="/ppt/notesSlides/notesSlide3.xml" Id="R4276b9c6ba5546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e5c80e032f4dcb" /><Relationship Type="http://schemas.openxmlformats.org/officeDocument/2006/relationships/notesSlide" Target="/ppt/notesSlides/notesSlide4.xml" Id="R823b2c6bf564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9a937ad4614765" /><Relationship Type="http://schemas.openxmlformats.org/officeDocument/2006/relationships/notesSlide" Target="/ppt/notesSlides/notesSlide5.xml" Id="R40e5cb9fa4974d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9cb275c94246b8" /><Relationship Type="http://schemas.openxmlformats.org/officeDocument/2006/relationships/notesSlide" Target="/ppt/notesSlides/notesSlide6.xml" Id="R25f40c4680d94f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cd302f6e6b44d3" /><Relationship Type="http://schemas.openxmlformats.org/officeDocument/2006/relationships/notesSlide" Target="/ppt/notesSlides/notesSlide7.xml" Id="R3cfc3ed1ca4e43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9e82d16c6341e4" /><Relationship Type="http://schemas.openxmlformats.org/officeDocument/2006/relationships/notesSlide" Target="/ppt/notesSlides/notesSlide8.xml" Id="R1997b87c31634f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ac6452534a4eaa" /><Relationship Type="http://schemas.openxmlformats.org/officeDocument/2006/relationships/notesSlide" Target="/ppt/notesSlides/notesSlide9.xml" Id="Rd1c2a234d25843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9cf4c9b8224ccd" /><Relationship Type="http://schemas.openxmlformats.org/officeDocument/2006/relationships/notesSlide" Target="/ppt/notesSlides/notesSlide10.xml" Id="R12cc82883b2d46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d559f5b82b4f72" /><Relationship Type="http://schemas.openxmlformats.org/officeDocument/2006/relationships/notesSlide" Target="/ppt/notesSlides/notesSlide11.xml" Id="R11ce2faa03ef42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fc39b49ca4d47d3" /><Relationship Type="http://schemas.openxmlformats.org/officeDocument/2006/relationships/notesSlide" Target="/ppt/notesSlides/notesSlide12.xml" Id="R9a999f4f77d84a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9b6cce83f12404a" /><Relationship Type="http://schemas.openxmlformats.org/officeDocument/2006/relationships/notesSlide" Target="/ppt/notesSlides/notesSlide13.xml" Id="R78d0da8c1f2a47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4b81e6a40174d34" /><Relationship Type="http://schemas.openxmlformats.org/officeDocument/2006/relationships/notesSlide" Target="/ppt/notesSlides/notesSlide14.xml" Id="Ra3b9ae10545649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31bfb9da204584" /><Relationship Type="http://schemas.openxmlformats.org/officeDocument/2006/relationships/notesSlide" Target="/ppt/notesSlides/notesSlide15.xml" Id="R1369840a56e240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a10e7f7870405e" /><Relationship Type="http://schemas.openxmlformats.org/officeDocument/2006/relationships/notesSlide" Target="/ppt/notesSlides/notesSlide16.xml" Id="R6667ab7fa4c04e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069add968e74546" /><Relationship Type="http://schemas.openxmlformats.org/officeDocument/2006/relationships/notesSlide" Target="/ppt/notesSlides/notesSlide17.xml" Id="Rd9dadb27305649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a57cdba9ef4a9e" /><Relationship Type="http://schemas.openxmlformats.org/officeDocument/2006/relationships/image" Target="/ppt/media/image.png" Id="R77d9da1ae9b64d19" /><Relationship Type="http://schemas.openxmlformats.org/officeDocument/2006/relationships/chart" Target="/ppt/slides/charts/chart1.xml" Id="R7628bb5703864b3b" /><Relationship Type="http://schemas.openxmlformats.org/officeDocument/2006/relationships/notesSlide" Target="/ppt/notesSlides/notesSlide18.xml" Id="R745f0f286e8949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d47ac8c39b448d5" /><Relationship Type="http://schemas.openxmlformats.org/officeDocument/2006/relationships/chart" Target="/ppt/slides/charts/chart2.xml" Id="R8a31d4ca37424877" /><Relationship Type="http://schemas.openxmlformats.org/officeDocument/2006/relationships/notesSlide" Target="/ppt/notesSlides/notesSlide19.xml" Id="Rc945135de5b340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1e4e873e4934216" /><Relationship Type="http://schemas.openxmlformats.org/officeDocument/2006/relationships/notesSlide" Target="/ppt/notesSlides/notesSlide20.xml" Id="R853a02bcc19441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ae6d63646ac4d6e" /><Relationship Type="http://schemas.openxmlformats.org/officeDocument/2006/relationships/image" Target="/ppt/media/image2.png" Id="R93442c4edd5d4afd" /><Relationship Type="http://schemas.openxmlformats.org/officeDocument/2006/relationships/notesSlide" Target="/ppt/notesSlides/notesSlide21.xml" Id="R8bfbb32468804b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6679e1250354bff" /><Relationship Type="http://schemas.openxmlformats.org/officeDocument/2006/relationships/notesSlide" Target="/ppt/notesSlides/notesSlide22.xml" Id="R0f80c200b65d421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38e2b78adae493c" /><Relationship Type="http://schemas.openxmlformats.org/officeDocument/2006/relationships/notesSlide" Target="/ppt/notesSlides/notesSlide23.xml" Id="R902237bfcc5946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3289d4f5c974616" /><Relationship Type="http://schemas.openxmlformats.org/officeDocument/2006/relationships/image" Target="/ppt/media/image3.png" Id="R87c69cdcae7d44dd" /><Relationship Type="http://schemas.openxmlformats.org/officeDocument/2006/relationships/notesSlide" Target="/ppt/notesSlides/notesSlide24.xml" Id="R0ca2ae174dcd40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ba5ecf21bc948f8" /><Relationship Type="http://schemas.openxmlformats.org/officeDocument/2006/relationships/chart" Target="/ppt/slides/charts/chart3.xml" Id="Ra298262b77454cdd" /><Relationship Type="http://schemas.openxmlformats.org/officeDocument/2006/relationships/notesSlide" Target="/ppt/notesSlides/notesSlide25.xml" Id="R174a8c87d78044c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6c4c8bcbdd245a0" /><Relationship Type="http://schemas.openxmlformats.org/officeDocument/2006/relationships/notesSlide" Target="/ppt/notesSlides/notesSlide26.xml" Id="R7fc1a974ef544d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9595c0e83e34b42" /><Relationship Type="http://schemas.openxmlformats.org/officeDocument/2006/relationships/notesSlide" Target="/ppt/notesSlides/notesSlide27.xml" Id="Rd7b1c5f7bd754b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f606c5ed1cf4211" /><Relationship Type="http://schemas.openxmlformats.org/officeDocument/2006/relationships/notesSlide" Target="/ppt/notesSlides/notesSlide28.xml" Id="R3cd75b3db4be4ee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026ee569ae44bf3" /><Relationship Type="http://schemas.openxmlformats.org/officeDocument/2006/relationships/notesSlide" Target="/ppt/notesSlides/notesSlide29.xml" Id="Ra5d93ff5ee244d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e066b717dba4515" /><Relationship Type="http://schemas.openxmlformats.org/officeDocument/2006/relationships/notesSlide" Target="/ppt/notesSlides/notesSlide30.xml" Id="R24f230416a8e4f1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51bea9181814346" /><Relationship Type="http://schemas.openxmlformats.org/officeDocument/2006/relationships/notesSlide" Target="/ppt/notesSlides/notesSlide31.xml" Id="Rf7f83998677c4f9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5ee6ed16a43415b" /><Relationship Type="http://schemas.openxmlformats.org/officeDocument/2006/relationships/notesSlide" Target="/ppt/notesSlides/notesSlide32.xml" Id="R73899ebefa1c48b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5960b354b004a92" /><Relationship Type="http://schemas.openxmlformats.org/officeDocument/2006/relationships/notesSlide" Target="/ppt/notesSlides/notesSlide33.xml" Id="R9ee1676d41394d5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affc5b6fdbf415b" /><Relationship Type="http://schemas.openxmlformats.org/officeDocument/2006/relationships/notesSlide" Target="/ppt/notesSlides/notesSlide34.xml" Id="Rf04114ba61a849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02AF96AF-1556-41FE-8326-95142A8D6D29}"/>
              </a:ext>
            </a:extLst>
          </p:cNvPr>
          <p:cNvPicPr>
            <a:picLocks xmlns:a="http://schemas.openxmlformats.org/drawingml/2006/main" noChangeAspect="1"/>
          </p:cNvPicPr>
          <p:nvPr/>
        </p:nvPicPr>
        <p:blipFill>
          <a:blip xmlns:r="http://schemas.openxmlformats.org/officeDocument/2006/relationships" xmlns:a="http://schemas.openxmlformats.org/drawingml/2006/main" r:embed="Re33246fb13164999"/>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75382CC-CACD-452B-B34C-0F6EC69904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0118A2-A938-4302-8CBF-B1E2B057502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7987CF9-BACC-4133-916B-5AFA8B02036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BF9CBA6B-87C0-4456-BC67-87E6E0164C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16A28212-8F67-40E1-83D1-89FD6B435DC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8589B0BC-4AEF-4A57-9B33-1EAC76DDA5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9A87E0C8-7ECA-436A-8A31-0CEAAF1B529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F5E954C3-1FB5-48B8-ABDB-9B888B92642A}"/>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B74C68C3-5C41-4C9B-BF98-F7524F3F8613}"/>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A27B5F55-7B64-413A-9284-BCFC536EB600}"/>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9354C08B-ED1D-4B38-BD33-B7D2F80E682D}"/>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AB4B30D2-E9C7-4AA9-9E29-FCB5134D725A}"/>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00B7DD22-23F4-4915-9068-4FF218EA6842}"/>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B340312B-764F-40ED-8387-4360F0732071}"/>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A3AB4184-88F9-49E3-8181-57C08762B935}"/>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3EB0D398-4354-4B08-A162-31A6DE8FDC53}"/>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1D68D018-BD61-4457-A43F-CF786DCCAF73}"/>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5DF31719-D13C-4DFA-B7E2-ADD265676565}"/>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26C87211-98D9-44BE-BD1E-DA53D65D26D7}"/>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1EF2B831-9F74-47AA-B555-E420D13104A4}"/>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81CBFDEB-FECE-4699-97A7-5386B15C4BFE}"/>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8360B254-668B-40D5-9C3C-162E0F878171}"/>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3A634069-1A76-41C2-A47C-171EA938FCE9}"/>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93D3D85A-DDED-463A-BA0B-07954E9D9AB4}"/>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71FF73A2-BF7C-4A6F-A928-F5B71A55A5A2}"/>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43D9FA6F-97CF-4E6B-9F45-02C9D9407FE6}"/>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BB5FB1F9-7478-485A-9612-6EB15F01CC5B}"/>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DBA127E4-E8C6-4340-88EC-D5C67CA434BC}"/>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9658FD-4D26-4354-BE71-51BF00EA478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B5ACB4-0C13-4185-9028-8E11A827A2A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F649E58-B0BB-44AC-9CF5-D5853331EE9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3C9EAF64-FE82-4627-9958-FDDFB81DE46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9B921CBA-BDE7-4B80-B111-F9BEA843F6A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1CDA6448-AC62-454A-92E9-7F0533A5926D}"/>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solve different linker problems</a:t>
            </a:r>
          </a:p>
        </p:txBody>
      </p:sp>
      <p:sp>
        <p:nvSpPr>
          <p:cNvPr id="7" name="">
            <a:extLst xmlns:a="http://schemas.openxmlformats.org/drawingml/2006/main">
              <a:ext uri="{FF2B5EF4-FFF2-40B4-BE49-F238E27FC236}">
                <a16:creationId xmlns:a16="http://schemas.microsoft.com/office/drawing/2014/main" id="{0F5D6BC5-0900-4BCD-ACD8-2489AC3A828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Only DFLpred and TransDFL are general per-residue domain-linker classifiers</a:t>
            </a:r>
          </a:p>
        </p:txBody>
      </p:sp>
      <p:graphicFrame>
        <p:nvGraphicFramePr>
          <p:cNvPr id="8" name="">
            <a:extLst xmlns:a="http://schemas.openxmlformats.org/drawingml/2006/main">
              <a:ext uri="{FF2B5EF4-FFF2-40B4-BE49-F238E27FC236}">
                <a16:creationId xmlns:a16="http://schemas.microsoft.com/office/drawing/2014/main" id="{EF504777-839A-492E-B8AE-1672B5E8A794}"/>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0FDDA5E6-CFEE-48B1-87BE-1B66E714EBCC}"/>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93B03BD3-ED5C-49D1-98F2-0F444E7581AC}"/>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6C62B5A9-8822-442D-B5BC-9A00DB3EDC45}"/>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579D1DCD-B2DA-4534-B7C2-EB2F22E36D3C}"/>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786E8C6-1020-4821-B712-ED0B0ADB3B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185B87F-2B57-407A-9BDA-86E5DCB7EA6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76349E0C-2FCE-4866-A012-F9B00030FE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xmlns:a="http://schemas.openxmlformats.org/drawingml/2006/main">
              <a:ext uri="{FF2B5EF4-FFF2-40B4-BE49-F238E27FC236}">
                <a16:creationId xmlns:a16="http://schemas.microsoft.com/office/drawing/2014/main" id="{50A2B6F8-AFFA-4181-AD06-41AEC558A3A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xmlns:a="http://schemas.openxmlformats.org/drawingml/2006/main">
              <a:ext uri="{FF2B5EF4-FFF2-40B4-BE49-F238E27FC236}">
                <a16:creationId xmlns:a16="http://schemas.microsoft.com/office/drawing/2014/main" id="{B0AE1FDA-B90F-4467-92E0-E1BD60CFCA1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xmlns:a="http://schemas.openxmlformats.org/drawingml/2006/main">
              <a:ext uri="{FF2B5EF4-FFF2-40B4-BE49-F238E27FC236}">
                <a16:creationId xmlns:a16="http://schemas.microsoft.com/office/drawing/2014/main" id="{88B490BA-E54E-4B03-B945-9A8144C2A5F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xmlns:a="http://schemas.openxmlformats.org/drawingml/2006/main">
              <a:ext uri="{FF2B5EF4-FFF2-40B4-BE49-F238E27FC236}">
                <a16:creationId xmlns:a16="http://schemas.microsoft.com/office/drawing/2014/main" id="{0D149A23-3780-483A-BF93-4FA42FEFB5D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xmlns:a="http://schemas.openxmlformats.org/drawingml/2006/main">
              <a:ext uri="{FF2B5EF4-FFF2-40B4-BE49-F238E27FC236}">
                <a16:creationId xmlns:a16="http://schemas.microsoft.com/office/drawing/2014/main" id="{9E6832DB-3F5C-4DB2-9B27-14581FAE231A}"/>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75" b="1">
                          <a:solidFill>
                            <a:srgbClr val="3FC6D6"/>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3FC6D6"/>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r>
            </a:tbl>
          </a:graphicData>
        </a:graphic>
      </p:graphicFrame>
      <p:sp>
        <p:nvSpPr>
          <p:cNvPr id="9" name="Straight Connector 8">
            <a:extLst xmlns:a="http://schemas.openxmlformats.org/drawingml/2006/main">
              <a:ext uri="{FF2B5EF4-FFF2-40B4-BE49-F238E27FC236}">
                <a16:creationId xmlns:a16="http://schemas.microsoft.com/office/drawing/2014/main" id="{C5D9A431-C91C-40AE-A8C2-834E0091C684}"/>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Rectangle 9">
            <a:extLst xmlns:a="http://schemas.openxmlformats.org/drawingml/2006/main">
              <a:ext uri="{FF2B5EF4-FFF2-40B4-BE49-F238E27FC236}">
                <a16:creationId xmlns:a16="http://schemas.microsoft.com/office/drawing/2014/main" id="{5132D014-7B54-4EAA-A0C8-631DE5D1BF99}"/>
              </a:ext>
            </a:extLst>
          </p:cNvPr>
          <p:cNvSpPr>
            <a:spLocks xmlns:a="http://schemas.openxmlformats.org/drawingml/2006/main" noGrp="1"/>
          </p:cNvSpPr>
          <p:nvPr/>
        </p:nvSpPr>
        <p:spPr>
          <a:xfrm xmlns:a="http://schemas.openxmlformats.org/drawingml/2006/main">
            <a:off x="638175" y="592455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xmlns:a="http://schemas.openxmlformats.org/drawingml/2006/main">
              <a:ext uri="{FF2B5EF4-FFF2-40B4-BE49-F238E27FC236}">
                <a16:creationId xmlns:a16="http://schemas.microsoft.com/office/drawing/2014/main" id="{6CDB952E-D27E-445E-9C6F-856D199B213E}"/>
              </a:ext>
            </a:extLst>
          </p:cNvPr>
          <p:cNvSpPr>
            <a:spLocks xmlns:a="http://schemas.openxmlformats.org/drawingml/2006/main" noGrp="1"/>
          </p:cNvSpPr>
          <p:nvPr/>
        </p:nvSpPr>
        <p:spPr>
          <a:xfrm xmlns:a="http://schemas.openxmlformats.org/drawingml/2006/main">
            <a:off x="2257425" y="5886450"/>
            <a:ext cx="917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1"/>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554E4F05-88F5-4E85-A5CF-438B927668FD}"/>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04823C7F-E204-4A0C-9B4A-5E5FDC7737E0}"/>
              </a:ext>
            </a:extLst>
          </p:cNvPr>
          <p:cNvPicPr>
            <a:picLocks xmlns:a="http://schemas.openxmlformats.org/drawingml/2006/main" noChangeAspect="1"/>
          </p:cNvPicPr>
          <p:nvPr/>
        </p:nvPicPr>
        <p:blipFill>
          <a:blip xmlns:r="http://schemas.openxmlformats.org/officeDocument/2006/relationships" xmlns:a="http://schemas.openxmlformats.org/drawingml/2006/main" r:embed="R77d9da1ae9b64d19"/>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4921A7C4-4419-4293-A932-F1652674E45E}"/>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7628bb5703864b3b"/>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669F3984-5159-4510-8606-2D9B55A0D815}"/>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8a31d4ca37424877"/>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6E79A735-EE3F-43B1-A9B0-7891B60E85B3}"/>
              </a:ext>
            </a:extLst>
          </p:cNvPr>
          <p:cNvPicPr>
            <a:picLocks xmlns:a="http://schemas.openxmlformats.org/drawingml/2006/main" noChangeAspect="1"/>
          </p:cNvPicPr>
          <p:nvPr/>
        </p:nvPicPr>
        <p:blipFill>
          <a:blip xmlns:r="http://schemas.openxmlformats.org/officeDocument/2006/relationships" xmlns:a="http://schemas.openxmlformats.org/drawingml/2006/main" r:embed="R93442c4edd5d4afd"/>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84F65157-67F0-4345-BC75-9AB2BCFD08D1}"/>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6682B15-2A28-4E8D-8F1C-7F16965DE7F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1F7E07-CE4F-40D3-89E0-7B1B9759850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90DC446-4E57-4A23-98BD-4A005B43822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A5FE2D1-92A2-452A-A913-5D3B902B6DD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8A1578E0-533C-4703-8C39-F8208EBFE98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68FA220D-E2B1-4B3B-8D21-9B789B20555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65C1AC68-125D-45D2-8196-DC388E9B8E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96C7478B-97FA-438B-8982-D01737CD567E}"/>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832BD2CB-17AF-4598-B2D9-6491A68E8D27}"/>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F7B262-7DCE-4E32-AFFE-04377150FB31}"/>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3C97F59F-90EA-42D8-A03E-D6CD9F264E13}"/>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81C4CB42-FB26-46DE-9D33-503AD44DBE70}"/>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86A71C5E-7746-4130-94FE-F44465DD0B9A}"/>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E102F9CF-1E82-46C4-915B-E71AD3A17557}"/>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3CCE47-730F-42D4-A827-117AAC7EE0B9}"/>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D78B04CE-2B8E-4C6B-80C7-D6E16E4E6B04}"/>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2AE7EC09-CCF2-452A-A15B-DDC2E4641E25}"/>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AFCCEE25-B80E-4D6F-99A7-847BE24412F5}"/>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97B441EF-1D31-4396-A8EA-7F58600F3C0D}"/>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3C2ADA8-FE4A-4F2C-8182-5EE2278AA832}"/>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EBEDE799-4532-4180-A4F9-C98E149BA50C}"/>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56C98AD0-F5BE-42D5-A50F-C99481257767}"/>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C1609E05-99C4-41BE-BA98-C9930637A0A0}"/>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46B46776-DFFF-49FE-B940-1DFC5FBDD005}"/>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1C608F5-B6D5-41A6-AAC4-8735FBE91557}"/>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B8F0347B-658E-4E72-9C02-188B5BF63ED7}"/>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58822251-8BBD-499F-B078-BAA1FBEB96A5}"/>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9DF29221-17E0-49B1-BA95-C4808C706536}"/>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2133289329"/>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FFBAC0-E53F-40F2-B5BF-1500B3BD2D5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01D207-9CF5-4D1B-A6AD-3411D2E55FF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47BD31F-3680-4A2A-AB41-5A685D6C688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BD08ED1-DB1D-4758-8B24-AB150B9B6F8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71D5C661-F415-497E-87F6-4EE7F127078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F7B6A622-1CB2-420C-B61E-3DE5718F2752}"/>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5A40DA3A-24ED-485E-B285-F5FAE39BAFE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318A14FB-372E-45B8-AF29-8598EE6EFA07}"/>
              </a:ext>
            </a:extLst>
          </p:cNvPr>
          <p:cNvPicPr>
            <a:picLocks xmlns:a="http://schemas.openxmlformats.org/drawingml/2006/main" noChangeAspect="1"/>
          </p:cNvPicPr>
          <p:nvPr/>
        </p:nvPicPr>
        <p:blipFill>
          <a:blip xmlns:r="http://schemas.openxmlformats.org/officeDocument/2006/relationships" xmlns:a="http://schemas.openxmlformats.org/drawingml/2006/main" r:embed="R87c69cdcae7d44dd"/>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26C7FFD-AB90-4DE9-853C-D9395DF19498}"/>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4CF317C4-19D3-49F7-AD95-E8E0B5321D7B}"/>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A6DA48AE-20F0-4C9B-A78F-031793817B92}"/>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1E688776-277A-40FE-B866-012024C9C654}"/>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4E92357A-B21B-415B-9CEF-9A0A971F2055}"/>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92F015E9-2EDE-4349-88E8-721B6EE04915}"/>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24255A08-1E15-4478-864C-BFCF8C1327ED}"/>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5D90DC28-CF74-4C5C-953C-2E0413B120BF}"/>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037B9C9E-985C-4917-8C66-106C48EC3D8E}"/>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B1310A8A-941B-47D8-A6B0-B3CB91762DE4}"/>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EB8A30EC-29E1-4E2F-B60B-14E186B03577}"/>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0B9DCDFB-0BB9-4CE8-B4F7-43F0C78F4F2A}"/>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379989809"/>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012148-669A-4870-9A24-3E747CB674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3B8141-CF39-44C2-92A1-BA95C3F3AC5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FA996577-95C4-4E18-93E6-1C14B8A9A26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5EFBFA94-31F4-424C-836E-30A6281B934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3A363650-84C4-46B9-839E-AD691D59F60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76682E9E-3ADE-43BF-914E-2EEA71CEB29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38C1F421-B0E4-42FA-AE3F-5A494EB207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941BA00D-C846-4281-A414-292B939DE809}"/>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a298262b77454cdd"/>
          </a:graphicData>
        </a:graphic>
      </p:graphicFrame>
      <p:sp>
        <p:nvSpPr>
          <p:cNvPr id="9" name="">
            <a:extLst xmlns:a="http://schemas.openxmlformats.org/drawingml/2006/main">
              <a:ext uri="{FF2B5EF4-FFF2-40B4-BE49-F238E27FC236}">
                <a16:creationId xmlns:a16="http://schemas.microsoft.com/office/drawing/2014/main" id="{7532A5D0-6CC3-43CD-AB47-22B94326B165}"/>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8FE77680-6E89-4B1D-84BF-89F77000FB19}"/>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1D902399-99C1-49E2-87B3-15FE5E3E44DF}"/>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826366221"/>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24496B-D6F9-493E-81A4-A1DD0C227AE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E6D840-BCCB-4AA2-9330-A2F416E9D17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E0A99A7-F96D-41D3-B205-06B2548EF3EE}"/>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8615D520-100A-4F31-A8E8-003712394B9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EFB6FF23-F871-4D69-9E38-C5D1EEE1C6D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BF09F439-B181-4D67-9AED-AB7B5873656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B1A30992-766F-4389-861A-EAD0F9C26E3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63BD14E2-437E-4A9A-B1DD-9F4DD569415E}"/>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59495654-6F70-44D4-9F58-069A2BB21825}"/>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9756DE9C-05F8-4F70-A47D-F1C101BC578F}"/>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174A6F9A-38E0-45DA-B8D7-CB65AB88CBEB}"/>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073760082"/>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099299-5BC0-4CB0-A307-F1797318BC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B4B4DB-8C26-46C6-8D6D-6551CC63E6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C5A9D77-1C73-4F87-9928-AB0CDC49F26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D8071B2-2AFE-4339-8F05-8780A0AA280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F38D38CB-F979-4FE0-BB81-EB281912054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85D79A29-061E-4783-A5D5-9C438D91344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17626902-B48F-4770-9590-644FF05BE82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68FF1B4B-9E38-450D-8A3E-687E75F503C2}"/>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095029B7-E703-40CA-A062-D463597FD16C}"/>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792AB095-127C-48F6-9722-0135F7FFB34A}"/>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AB8548AD-EF7A-40DB-94AE-311838F4A565}"/>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210661692"/>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21309B-7931-4987-A1F7-44EBE57D8E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1EDD1F-8511-4524-B607-6A74FF1E274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161F191-B2C3-4158-AEB3-5E09F4062273}"/>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22488134-4565-46E7-A8C9-E9B21944566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5D578624-E5AA-43A4-9F6F-DB3E7FCE707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1A49580F-4C81-4433-9F5F-7376E19DF7C4}"/>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BAC1F6EC-9F42-46F5-96A6-A559A8989F3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1E2534BC-C54E-4A7F-9103-B5B7F1447948}"/>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B5DF2DC-CB2D-45C4-A867-16C847F090E1}"/>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FF193134-34C7-451B-A2A8-4CFA9D397E22}"/>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B29A5E83-4CF4-43F5-AC6F-6C082C4042B6}"/>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2121664747"/>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EE8FE6D-F07B-403E-9962-60D46DA058A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AC15AE-2F24-42BE-8006-D8D457ADBD0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7AE33FA-FDB3-4F72-99C8-CA584AAACBF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106F750E-3FCE-4687-9AA0-4EEBC1C7519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28684155-C03B-4B0B-9820-4E1196C7CE6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4AF73888-C6D9-4640-898B-709AD68B672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ABD7176C-6999-41E8-BF35-F557E57914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2D53C24E-C112-4763-88CE-2EFDC704AD19}"/>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F12AB180-56BF-4840-88C8-FCB385ABBBD3}"/>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FC76D2-B37C-4E9B-8F80-1A4FBEFD00FC}"/>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AADB115B-DA6B-491E-B441-533EDA9D5994}"/>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5EE8818E-9278-43DE-9F6C-E5A839958B4F}"/>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439F4B31-5704-4F80-9CD3-E5CEC60F84A3}"/>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C3BA91BF-447C-4A59-9D8D-B620432A116B}"/>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56C253-3F3C-4B92-880E-1DA840CDBD13}"/>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F6C3A3C8-ED55-4714-85E4-F4D799C5A665}"/>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8D2336D7-9F5A-47B7-A751-6AEF285AE782}"/>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EC4C0134-E4A7-4146-BA6F-EE523D347BF5}"/>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5DFB3357-6114-4527-8A68-8617A1D9196F}"/>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5E2ADFB-D0A0-4A2A-BF6C-A2A8EB1261F8}"/>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513EE7A3-CC31-4CB0-BE74-54A8FED755C2}"/>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74979B7D-0DCA-452C-B28D-C2C0382093C9}"/>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7AB8C834-5FDA-49F2-9405-EB2073DC353C}"/>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23A2ABB6-BFD7-4790-B299-AD67ABF1F689}"/>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B897279-47C7-4F15-97DC-F6F7BF0484A6}"/>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AC988D4A-EAA2-4C7A-BC30-EF0E426D66BD}"/>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DD1EA610-6C3B-42AE-B5E0-D15869AA1291}"/>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6DCEB731-A875-4A41-AB63-4FC63837F349}"/>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8BB1DED7-B065-48C9-8094-3783C8B06F20}"/>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CF049FB9-8C7A-4424-8127-EA847502A5B7}"/>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2106409316"/>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99F49B3-8409-4733-91B4-F25BA4B2185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15605C-DABC-4423-970E-408D5D1DEFA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969A210-85F0-46E9-8967-22B0655A4B3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747B7E77-37DC-4F6D-9ABF-32E3A6D924F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26BDF848-1073-44F0-AC40-2FF5C6BEAC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83DCED10-105A-48AD-AFF2-CAA8E901C4A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AA139941-E062-4001-9C92-2E92AB921B8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164FEE90-EFE2-4A10-83AC-CDC71D094378}"/>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3830F275-4CF0-4426-AE23-E88ACC7724B4}"/>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BBD44D-EFA9-43D8-9A6B-2C54BCB9ACB1}"/>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5136AB69-0E5A-40F8-B9E0-2EBD297C888B}"/>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0FBEDA06-A2B7-4DB5-BB95-E2C9CC9491D8}"/>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077E9118-8047-4452-A2F9-A9445B9FD083}"/>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9AA9AB80-C94D-458F-8816-956309AD3830}"/>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120B4BF6-29CE-4FBA-B118-57DC69C5266E}"/>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E7ACD2E-ECC7-4CE7-AF7E-44CD2CE58600}"/>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56770A43-FFBD-4249-9730-A1DFA156074F}"/>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F57D37A5-E2FF-4A57-AD62-1563430F1AEC}"/>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AC46FE2D-8511-4A88-AF9B-8EA5AC50175C}"/>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9993B91B-8BE3-4A05-BF4D-9AA0EEEAEFE3}"/>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C99B4436-7680-4D94-8827-F5850420D538}"/>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CCFC3E0-7AE1-4E91-9E56-D91EBEC61966}"/>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2AEFC40B-9AC4-4FC6-80B7-EB61D3A8C788}"/>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B648E2B7-5261-403C-8B29-58D141DFB759}"/>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5C471DEB-C188-4F9F-AC9B-5ED41B32EF37}"/>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148F5945-B884-43A2-B5B9-6C20B2B55261}"/>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418B2B1D-128C-474D-A456-D410FC24FAAB}"/>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0BC3FB-9D50-4623-A55F-2259C44ABBA6}"/>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7404F7FE-070E-41AE-861F-5E67B5A04FD2}"/>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AE42753A-DF89-43A1-8CBE-3751425ABA34}"/>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AB73331E-A514-456E-9C57-197DB0AA0E3D}"/>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4D9271B3-573D-4E09-A3C8-5F7F459E82D4}"/>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A8D12689-2218-4F89-A296-4DDAA6C43ECE}"/>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8DD91A7-7D91-4DB9-8862-F75F65AACB6A}"/>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B174D141-3EDD-40E3-8E97-048C0A11DBC0}"/>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C82B2D9F-9BCE-4F40-BF46-F17005589FB5}"/>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C335302E-330D-49CA-8B77-B4B05F86E08B}"/>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79303738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709D30-9869-487F-B73C-3D636C43B7A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FFD3D1-EE4F-4FD8-81BC-50707F43C90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122EE7F-0A38-41A7-B14A-A91713CFBA5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E8A3BD78-6179-4872-90AF-37A83D4C991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F1C55F23-44E7-4E1C-8DFF-B4BBC7BEE76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65D1BF91-416F-4BA1-B60F-484153C1A52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95FA118B-E939-4712-A3C7-0A711DEEB51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7F63EF71-70E3-40B1-A482-67C96631A4B3}"/>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F82AC7BD-231E-4423-A1A3-45B6A9F4DC1A}"/>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32FE1DC3-169B-4CE9-BA02-17E22A5DBFD1}"/>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755346943"/>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2026-10-22T08:44:54.4880000Z</dcterms:created>
  <dcterms:modified xsi:type="dcterms:W3CDTF">2026-10-22T08:44:54.4880000Z</dcterms:modified>
</coreProperties>
</file>