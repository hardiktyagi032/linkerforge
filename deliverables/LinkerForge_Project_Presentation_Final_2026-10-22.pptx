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89546dee2fb44c0" /><Relationship Type="http://schemas.openxmlformats.org/officeDocument/2006/relationships/extended-properties" Target="/docProps/app.xml" Id="R725f2607b8b148aa" /><Relationship Type="http://schemas.openxmlformats.org/officeDocument/2006/relationships/officeDocument" Target="/ppt/presentation.xml" Id="R4cea570114944e21" /></Relationships>
</file>

<file path=ppt/presentation.xml><?xml version="1.0" encoding="utf-8"?>
<p:presentation xmlns:p="http://schemas.openxmlformats.org/presentationml/2006/main">
  <p:sldMasterIdLst>
    <p:sldMasterId xmlns:r="http://schemas.openxmlformats.org/officeDocument/2006/relationships" id="2147483648" r:id="Rf86884c0bbea400e"/>
  </p:sldMasterIdLst>
  <p:notesMasterIdLst>
    <p:notesMasterId xmlns:r="http://schemas.openxmlformats.org/officeDocument/2006/relationships" r:id="Rb7fe1f1c947242e8"/>
  </p:notesMasterIdLst>
  <p:sldIdLst>
    <p:sldId xmlns:r="http://schemas.openxmlformats.org/officeDocument/2006/relationships" id="256" r:id="R0ae201083fc34521"/>
    <p:sldId xmlns:r="http://schemas.openxmlformats.org/officeDocument/2006/relationships" id="257" r:id="R36a50ff6f1a84884"/>
    <p:sldId xmlns:r="http://schemas.openxmlformats.org/officeDocument/2006/relationships" id="258" r:id="Ra4da6971e4584c01"/>
    <p:sldId xmlns:r="http://schemas.openxmlformats.org/officeDocument/2006/relationships" id="259" r:id="R44ec641591c148b4"/>
    <p:sldId xmlns:r="http://schemas.openxmlformats.org/officeDocument/2006/relationships" id="260" r:id="Rdbd4c2fde29b415a"/>
    <p:sldId xmlns:r="http://schemas.openxmlformats.org/officeDocument/2006/relationships" id="261" r:id="R75ad55c741594ded"/>
    <p:sldId xmlns:r="http://schemas.openxmlformats.org/officeDocument/2006/relationships" id="262" r:id="R2001169067304cd0"/>
    <p:sldId xmlns:r="http://schemas.openxmlformats.org/officeDocument/2006/relationships" id="263" r:id="R3d2d8ffa8ae349d4"/>
    <p:sldId xmlns:r="http://schemas.openxmlformats.org/officeDocument/2006/relationships" id="264" r:id="R85289b276e7c4c81"/>
    <p:sldId xmlns:r="http://schemas.openxmlformats.org/officeDocument/2006/relationships" id="265" r:id="Rd46b2693e5e84b29"/>
    <p:sldId xmlns:r="http://schemas.openxmlformats.org/officeDocument/2006/relationships" id="266" r:id="R1099910765034b9b"/>
    <p:sldId xmlns:r="http://schemas.openxmlformats.org/officeDocument/2006/relationships" id="267" r:id="R44c26ed0f26143a3"/>
    <p:sldId xmlns:r="http://schemas.openxmlformats.org/officeDocument/2006/relationships" id="268" r:id="R7296826f6423404a"/>
    <p:sldId xmlns:r="http://schemas.openxmlformats.org/officeDocument/2006/relationships" id="269" r:id="R1dc14af0fd4e4b0d"/>
    <p:sldId xmlns:r="http://schemas.openxmlformats.org/officeDocument/2006/relationships" id="270" r:id="Rfd56e0d2c4c74ff5"/>
    <p:sldId xmlns:r="http://schemas.openxmlformats.org/officeDocument/2006/relationships" id="271" r:id="R92cbcc7cd7d34c89"/>
    <p:sldId xmlns:r="http://schemas.openxmlformats.org/officeDocument/2006/relationships" id="272" r:id="Re7c2bea696f4467c"/>
    <p:sldId xmlns:r="http://schemas.openxmlformats.org/officeDocument/2006/relationships" id="273" r:id="R165bdfc1722749c9"/>
    <p:sldId xmlns:r="http://schemas.openxmlformats.org/officeDocument/2006/relationships" id="274" r:id="R4b82a2d3150e4277"/>
    <p:sldId xmlns:r="http://schemas.openxmlformats.org/officeDocument/2006/relationships" id="275" r:id="R890126d6f0824276"/>
    <p:sldId xmlns:r="http://schemas.openxmlformats.org/officeDocument/2006/relationships" id="276" r:id="Rd3d0fe96315144cf"/>
    <p:sldId xmlns:r="http://schemas.openxmlformats.org/officeDocument/2006/relationships" id="277" r:id="R44c8068a273f4a20"/>
    <p:sldId xmlns:r="http://schemas.openxmlformats.org/officeDocument/2006/relationships" id="278" r:id="R1bb39876a84249f5"/>
    <p:sldId xmlns:r="http://schemas.openxmlformats.org/officeDocument/2006/relationships" id="279" r:id="R082e50614d6b490f"/>
    <p:sldId xmlns:r="http://schemas.openxmlformats.org/officeDocument/2006/relationships" id="280" r:id="Rfa7465ed65d348fe"/>
    <p:sldId xmlns:r="http://schemas.openxmlformats.org/officeDocument/2006/relationships" id="281" r:id="R764483da9a6847e3"/>
    <p:sldId xmlns:r="http://schemas.openxmlformats.org/officeDocument/2006/relationships" id="282" r:id="R8e255070e11d4f94"/>
    <p:sldId xmlns:r="http://schemas.openxmlformats.org/officeDocument/2006/relationships" id="283" r:id="R27d2e16086564b8d"/>
    <p:sldId xmlns:r="http://schemas.openxmlformats.org/officeDocument/2006/relationships" id="284" r:id="R0ab634ad30ff403c"/>
    <p:sldId xmlns:r="http://schemas.openxmlformats.org/officeDocument/2006/relationships" id="285" r:id="R96c08d2024264841"/>
    <p:sldId xmlns:r="http://schemas.openxmlformats.org/officeDocument/2006/relationships" id="286" r:id="Rd27e93dc77994dd1"/>
    <p:sldId xmlns:r="http://schemas.openxmlformats.org/officeDocument/2006/relationships" id="287" r:id="R01c93fc056de442d"/>
    <p:sldId xmlns:r="http://schemas.openxmlformats.org/officeDocument/2006/relationships" id="288" r:id="R16e665be98ad40bd"/>
    <p:sldId xmlns:r="http://schemas.openxmlformats.org/officeDocument/2006/relationships" id="289" r:id="R26e88757afd2464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2c8a270e72f499f" /><Relationship Type="http://schemas.openxmlformats.org/officeDocument/2006/relationships/slideMaster" Target="/ppt/slideMasters/slideMaster1.xml" Id="Rf86884c0bbea400e" /><Relationship Type="http://schemas.openxmlformats.org/officeDocument/2006/relationships/notesMaster" Target="/ppt/notesMasters/notesMaster1.xml" Id="Rb7fe1f1c947242e8" /><Relationship Type="http://schemas.openxmlformats.org/officeDocument/2006/relationships/presProps" Target="/ppt/presProps.xml" Id="Ra56103be8aae4add" /><Relationship Type="http://schemas.openxmlformats.org/officeDocument/2006/relationships/viewProps" Target="/ppt/viewProps.xml" Id="R0424b6d692754080" /><Relationship Type="http://schemas.openxmlformats.org/officeDocument/2006/relationships/tableStyles" Target="/ppt/tableStyles.xml" Id="R951d0a3652d8490b" /><Relationship Type="http://schemas.openxmlformats.org/officeDocument/2006/relationships/slide" Target="/ppt/slides/slide1.xml" Id="R0ae201083fc34521" /><Relationship Type="http://schemas.openxmlformats.org/officeDocument/2006/relationships/slide" Target="/ppt/slides/slide2.xml" Id="R36a50ff6f1a84884" /><Relationship Type="http://schemas.openxmlformats.org/officeDocument/2006/relationships/slide" Target="/ppt/slides/slide3.xml" Id="Ra4da6971e4584c01" /><Relationship Type="http://schemas.openxmlformats.org/officeDocument/2006/relationships/slide" Target="/ppt/slides/slide4.xml" Id="R44ec641591c148b4" /><Relationship Type="http://schemas.openxmlformats.org/officeDocument/2006/relationships/slide" Target="/ppt/slides/slide5.xml" Id="Rdbd4c2fde29b415a" /><Relationship Type="http://schemas.openxmlformats.org/officeDocument/2006/relationships/slide" Target="/ppt/slides/slide6.xml" Id="R75ad55c741594ded" /><Relationship Type="http://schemas.openxmlformats.org/officeDocument/2006/relationships/slide" Target="/ppt/slides/slide7.xml" Id="R2001169067304cd0" /><Relationship Type="http://schemas.openxmlformats.org/officeDocument/2006/relationships/slide" Target="/ppt/slides/slide8.xml" Id="R3d2d8ffa8ae349d4" /><Relationship Type="http://schemas.openxmlformats.org/officeDocument/2006/relationships/slide" Target="/ppt/slides/slide9.xml" Id="R85289b276e7c4c81" /><Relationship Type="http://schemas.openxmlformats.org/officeDocument/2006/relationships/slide" Target="/ppt/slides/slide10.xml" Id="Rd46b2693e5e84b29" /><Relationship Type="http://schemas.openxmlformats.org/officeDocument/2006/relationships/slide" Target="/ppt/slides/slide11.xml" Id="R1099910765034b9b" /><Relationship Type="http://schemas.openxmlformats.org/officeDocument/2006/relationships/slide" Target="/ppt/slides/slide12.xml" Id="R44c26ed0f26143a3" /><Relationship Type="http://schemas.openxmlformats.org/officeDocument/2006/relationships/slide" Target="/ppt/slides/slide13.xml" Id="R7296826f6423404a" /><Relationship Type="http://schemas.openxmlformats.org/officeDocument/2006/relationships/slide" Target="/ppt/slides/slide14.xml" Id="R1dc14af0fd4e4b0d" /><Relationship Type="http://schemas.openxmlformats.org/officeDocument/2006/relationships/slide" Target="/ppt/slides/slide15.xml" Id="Rfd56e0d2c4c74ff5" /><Relationship Type="http://schemas.openxmlformats.org/officeDocument/2006/relationships/slide" Target="/ppt/slides/slide16.xml" Id="R92cbcc7cd7d34c89" /><Relationship Type="http://schemas.openxmlformats.org/officeDocument/2006/relationships/slide" Target="/ppt/slides/slide17.xml" Id="Re7c2bea696f4467c" /><Relationship Type="http://schemas.openxmlformats.org/officeDocument/2006/relationships/slide" Target="/ppt/slides/slide18.xml" Id="R165bdfc1722749c9" /><Relationship Type="http://schemas.openxmlformats.org/officeDocument/2006/relationships/slide" Target="/ppt/slides/slide19.xml" Id="R4b82a2d3150e4277" /><Relationship Type="http://schemas.openxmlformats.org/officeDocument/2006/relationships/slide" Target="/ppt/slides/slide20.xml" Id="R890126d6f0824276" /><Relationship Type="http://schemas.openxmlformats.org/officeDocument/2006/relationships/slide" Target="/ppt/slides/slide21.xml" Id="Rd3d0fe96315144cf" /><Relationship Type="http://schemas.openxmlformats.org/officeDocument/2006/relationships/slide" Target="/ppt/slides/slide22.xml" Id="R44c8068a273f4a20" /><Relationship Type="http://schemas.openxmlformats.org/officeDocument/2006/relationships/slide" Target="/ppt/slides/slide23.xml" Id="R1bb39876a84249f5" /><Relationship Type="http://schemas.openxmlformats.org/officeDocument/2006/relationships/slide" Target="/ppt/slides/slide24.xml" Id="R082e50614d6b490f" /><Relationship Type="http://schemas.openxmlformats.org/officeDocument/2006/relationships/slide" Target="/ppt/slides/slide25.xml" Id="Rfa7465ed65d348fe" /><Relationship Type="http://schemas.openxmlformats.org/officeDocument/2006/relationships/slide" Target="/ppt/slides/slide26.xml" Id="R764483da9a6847e3" /><Relationship Type="http://schemas.openxmlformats.org/officeDocument/2006/relationships/slide" Target="/ppt/slides/slide27.xml" Id="R8e255070e11d4f94" /><Relationship Type="http://schemas.openxmlformats.org/officeDocument/2006/relationships/slide" Target="/ppt/slides/slide28.xml" Id="R27d2e16086564b8d" /><Relationship Type="http://schemas.openxmlformats.org/officeDocument/2006/relationships/slide" Target="/ppt/slides/slide29.xml" Id="R0ab634ad30ff403c" /><Relationship Type="http://schemas.openxmlformats.org/officeDocument/2006/relationships/slide" Target="/ppt/slides/slide30.xml" Id="R96c08d2024264841" /><Relationship Type="http://schemas.openxmlformats.org/officeDocument/2006/relationships/slide" Target="/ppt/slides/slide31.xml" Id="Rd27e93dc77994dd1" /><Relationship Type="http://schemas.openxmlformats.org/officeDocument/2006/relationships/slide" Target="/ppt/slides/slide32.xml" Id="R01c93fc056de442d" /><Relationship Type="http://schemas.openxmlformats.org/officeDocument/2006/relationships/slide" Target="/ppt/slides/slide33.xml" Id="R16e665be98ad40bd" /><Relationship Type="http://schemas.openxmlformats.org/officeDocument/2006/relationships/slide" Target="/ppt/slides/slide34.xml" Id="R26e88757afd246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1f2a803bff46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ce3c1b177546f3" /><Relationship Type="http://schemas.openxmlformats.org/officeDocument/2006/relationships/notesMaster" Target="/ppt/notesMasters/notesMaster1.xml" Id="R34f16c8bd3884d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11c04897e942ee" /><Relationship Type="http://schemas.openxmlformats.org/officeDocument/2006/relationships/notesMaster" Target="/ppt/notesMasters/notesMaster1.xml" Id="R622c1e654c1b41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bef3c4f3d240d2" /><Relationship Type="http://schemas.openxmlformats.org/officeDocument/2006/relationships/notesMaster" Target="/ppt/notesMasters/notesMaster1.xml" Id="R68874d66dbac46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80c16157484359" /><Relationship Type="http://schemas.openxmlformats.org/officeDocument/2006/relationships/notesMaster" Target="/ppt/notesMasters/notesMaster1.xml" Id="Rd73b9d3aebf645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547e0886f549de" /><Relationship Type="http://schemas.openxmlformats.org/officeDocument/2006/relationships/notesMaster" Target="/ppt/notesMasters/notesMaster1.xml" Id="Rbae4dc8cfea940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8f948467ea4d29" /><Relationship Type="http://schemas.openxmlformats.org/officeDocument/2006/relationships/notesMaster" Target="/ppt/notesMasters/notesMaster1.xml" Id="R22c6ba65d9364f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02e6532e064ff8" /><Relationship Type="http://schemas.openxmlformats.org/officeDocument/2006/relationships/notesMaster" Target="/ppt/notesMasters/notesMaster1.xml" Id="Rb7a365dc79a040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bc877a2d7249a4" /><Relationship Type="http://schemas.openxmlformats.org/officeDocument/2006/relationships/notesMaster" Target="/ppt/notesMasters/notesMaster1.xml" Id="Rf23efd5e044840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978503471d47bc" /><Relationship Type="http://schemas.openxmlformats.org/officeDocument/2006/relationships/notesMaster" Target="/ppt/notesMasters/notesMaster1.xml" Id="Rfd3a6080b81841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ae2a3068514758" /><Relationship Type="http://schemas.openxmlformats.org/officeDocument/2006/relationships/notesMaster" Target="/ppt/notesMasters/notesMaster1.xml" Id="R6e2a0cfc24b44e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057b453ac04985" /><Relationship Type="http://schemas.openxmlformats.org/officeDocument/2006/relationships/notesMaster" Target="/ppt/notesMasters/notesMaster1.xml" Id="R1671f12531c04d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713963b8ad4153" /><Relationship Type="http://schemas.openxmlformats.org/officeDocument/2006/relationships/notesMaster" Target="/ppt/notesMasters/notesMaster1.xml" Id="Red2a40a24c2f47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379707b09a467c" /><Relationship Type="http://schemas.openxmlformats.org/officeDocument/2006/relationships/notesMaster" Target="/ppt/notesMasters/notesMaster1.xml" Id="R9adc9a98836749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9be2616e73464c" /><Relationship Type="http://schemas.openxmlformats.org/officeDocument/2006/relationships/notesMaster" Target="/ppt/notesMasters/notesMaster1.xml" Id="R50c38bcb005a4c1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e4c81d9be74a3d" /><Relationship Type="http://schemas.openxmlformats.org/officeDocument/2006/relationships/notesMaster" Target="/ppt/notesMasters/notesMaster1.xml" Id="Rf91f169819af4a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7e7f90b9cd4613" /><Relationship Type="http://schemas.openxmlformats.org/officeDocument/2006/relationships/notesMaster" Target="/ppt/notesMasters/notesMaster1.xml" Id="Re3fb4dc420584b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2bdd17f549441e0" /><Relationship Type="http://schemas.openxmlformats.org/officeDocument/2006/relationships/notesMaster" Target="/ppt/notesMasters/notesMaster1.xml" Id="R5e0822fb7cc1492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99fa310fdf84bc5" /><Relationship Type="http://schemas.openxmlformats.org/officeDocument/2006/relationships/notesMaster" Target="/ppt/notesMasters/notesMaster1.xml" Id="R157317f4d48d47e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20055a5495b4732" /><Relationship Type="http://schemas.openxmlformats.org/officeDocument/2006/relationships/notesMaster" Target="/ppt/notesMasters/notesMaster1.xml" Id="R3efa80f05dba41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c5b0d8ea75422d" /><Relationship Type="http://schemas.openxmlformats.org/officeDocument/2006/relationships/notesMaster" Target="/ppt/notesMasters/notesMaster1.xml" Id="R6059629691d646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c403302b73846c1" /><Relationship Type="http://schemas.openxmlformats.org/officeDocument/2006/relationships/notesMaster" Target="/ppt/notesMasters/notesMaster1.xml" Id="Rf3542a173fe0462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4955f1f8fec4434" /><Relationship Type="http://schemas.openxmlformats.org/officeDocument/2006/relationships/notesMaster" Target="/ppt/notesMasters/notesMaster1.xml" Id="Rd2aa75a69bc04d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9fa6956bd6a4ef5" /><Relationship Type="http://schemas.openxmlformats.org/officeDocument/2006/relationships/notesMaster" Target="/ppt/notesMasters/notesMaster1.xml" Id="Rcf59f3328e9141a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f656ebd3d88436f" /><Relationship Type="http://schemas.openxmlformats.org/officeDocument/2006/relationships/notesMaster" Target="/ppt/notesMasters/notesMaster1.xml" Id="Rd3a08fb5b46a47b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3d497e475344f10" /><Relationship Type="http://schemas.openxmlformats.org/officeDocument/2006/relationships/notesMaster" Target="/ppt/notesMasters/notesMaster1.xml" Id="Rd5032e279fb34a5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43861728e2b4a59" /><Relationship Type="http://schemas.openxmlformats.org/officeDocument/2006/relationships/notesMaster" Target="/ppt/notesMasters/notesMaster1.xml" Id="R4213127fe19043f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b41418343364824" /><Relationship Type="http://schemas.openxmlformats.org/officeDocument/2006/relationships/notesMaster" Target="/ppt/notesMasters/notesMaster1.xml" Id="R9faef3452ff0442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2c6eba2548648ea" /><Relationship Type="http://schemas.openxmlformats.org/officeDocument/2006/relationships/notesMaster" Target="/ppt/notesMasters/notesMaster1.xml" Id="Re5745f5f7fcf47e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e2e278b72f8497c" /><Relationship Type="http://schemas.openxmlformats.org/officeDocument/2006/relationships/notesMaster" Target="/ppt/notesMasters/notesMaster1.xml" Id="Rb0716db7c669473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bfaaf90be0f4882" /><Relationship Type="http://schemas.openxmlformats.org/officeDocument/2006/relationships/notesMaster" Target="/ppt/notesMasters/notesMaster1.xml" Id="R20d15902799e49f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73db460a42d476c" /><Relationship Type="http://schemas.openxmlformats.org/officeDocument/2006/relationships/notesMaster" Target="/ppt/notesMasters/notesMaster1.xml" Id="R5b4b6ee50941407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98e613638cc4efe" /><Relationship Type="http://schemas.openxmlformats.org/officeDocument/2006/relationships/notesMaster" Target="/ppt/notesMasters/notesMaster1.xml" Id="R58dc44ddc20f4b2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defcdd50dc34a85" /><Relationship Type="http://schemas.openxmlformats.org/officeDocument/2006/relationships/notesMaster" Target="/ppt/notesMasters/notesMaster1.xml" Id="Rb4a611dda12f4ed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dd7db68c344429c" /><Relationship Type="http://schemas.openxmlformats.org/officeDocument/2006/relationships/notesMaster" Target="/ppt/notesMasters/notesMaster1.xml" Id="Reccc161afdb343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Open with the scope: this is a computational workflow and evidence interface. Do not introduce it as a validated biological-success predictor.</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2\runs\folds\acceptance-20261020-ubiquitin-gb1-target10\pymol-open-source-preview.png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Define the linker before discussing LinkerForge. Natural linkers separate domains inside one polypeptide. Protein engineers reuse this idea to join domains or proteins in a fusion. The linker can behave as a flexible tether or a more rigid spacer, so its sequence and length can affect stability, solubility, folding, domain orientation, and interaction. The 2–31 residue range describes the studies reviewed in this paper rather than a universal biological rule.</a:t>
            </a:r>
          </a:p>
          <a:p xmlns:a="http://schemas.openxmlformats.org/drawingml/2006/main">
            <a:r>
              <a:t/>
            </a:r>
            <a:endParaRPr/>
          </a:p>
          <a:p xmlns:a="http://schemas.openxmlformats.org/drawingml/2006/main">
            <a:r>
              <a:t>Sources and evidence:</a:t>
            </a:r>
          </a:p>
          <a:p xmlns:a="http://schemas.openxmlformats.org/drawingml/2006/main">
            <a:r>
              <a:t>- Chichili VPR, Kumar V, Sivaraman J. Linkers in the structural biology of protein–protein interactions. Protein Sci. 2013;22(2):153–167. doi:10.1002/pro.2206.</a:t>
            </a:r>
          </a:p>
          <a:p xmlns:a="http://schemas.openxmlformats.org/drawingml/2006/main">
            <a:r>
              <a:t>- https://pmc.ncbi.nlm.nih.gov/articles/PMC3588912/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Frame the biological design problem. Linker classes are established, but their effects depend on the fusion context. Avoid saying that any one class is universally superior.</a:t>
            </a:r>
          </a:p>
          <a:p xmlns:a="http://schemas.openxmlformats.org/drawingml/2006/main">
            <a:endParaRPr/>
          </a:p>
          <a:p xmlns:a="http://schemas.openxmlformats.org/drawingml/2006/main">
            <a:r>
              <a:t>Sources and evidence:</a:t>
            </a:r>
          </a:p>
          <a:p xmlns:a="http://schemas.openxmlformats.org/drawingml/2006/main">
            <a:r>
              <a:t>- https://pmc.ncbi.nlm.nih.gov/articles/PMC3726540/</a:t>
            </a:r>
          </a:p>
          <a:p xmlns:a="http://schemas.openxmlformats.org/drawingml/2006/main">
            <a:r>
              <a:t>- https://doi.org/10.1016/j.addr.2012.09.039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Use 'classification' precisely. DFLpred and TransDFL classify each residue as domain-linker or non-linker and provide residue-level propensity. LINKER generates candidate sequences from a PDB-derived loop library. SynLinker is a curated database and retrieval/design resource. Li and colleagues trained a supervised quantitative model on 370 randomized 18-residue linkers in one sfGFP–nanobody fusion and also evaluated high-versus-low activity classification. LinkerForge addresses another task: pair-specific candidate ranking with structural evidence. These methods are therefore complementary rather than interchangeable competitors.</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 https://academic.oup.com/peds/article/13/5/309/1564880</a:t>
            </a:r>
          </a:p>
          <a:p xmlns:a="http://schemas.openxmlformats.org/drawingml/2006/main">
            <a:r>
              <a:t>- Liu C et al. SynLinker: an integrated system for designing linkers and synthetic fusion proteins. Bioinformatics. 2015;31(22):3700–3702. PMID:26227144. https://pubmed.ncbi.nlm.nih.gov/26227144/</a:t>
            </a:r>
          </a:p>
          <a:p xmlns:a="http://schemas.openxmlformats.org/drawingml/2006/main">
            <a:r>
              <a:t>- Meng F, Kurgan L. DFLpred: High-throughput prediction of disordered flexible linker regions in protein sequences. Bioinformatics. 2016;32(12):i341–i350. https://academic.oup.com/bioinformatics/article/32/12/i341/2289031</a:t>
            </a:r>
          </a:p>
          <a:p xmlns:a="http://schemas.openxmlformats.org/drawingml/2006/main">
            <a:r>
              <a:t>- Sharma R et al. TransDFL: Identification of disordered flexible linkers in intrinsically disordered proteins using transfer learning. Comput Struct Biotechnol J. 2023;21:496–505. PMID:36272675. https://pubmed.ncbi.nlm.nih.gov/36272675/</a:t>
            </a:r>
          </a:p>
          <a:p xmlns:a="http://schemas.openxmlformats.org/drawingml/2006/main">
            <a:r>
              <a:t>- Li et al. Multimodal deep learning-assisted rapid linker engineering for synthetic multidomain protein. 2026. PMCID:PMC12995870. https://pmc.ncbi.nlm.nih.gov/articles/PMC12995870/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Explain the CASP16 quotation carefully. McBride and colleagues assessed 35 population-weighted conformational ensembles from 25 predictor groups for two Staphylococcal protein A domain-linker-domain constructs. One used the conserved six-residue linker KADNKF and the other used Gly6. The team back-calculated SAXS curves and NMR residual dipolar couplings from each submitted ensemble. SAXS reports global distance and shape information, while NMR RDCs provide residue-specific orientational information between domains. No ensemble matched both types of experimental evidence closely, and none reproduced the experimentally observed difference between the two linker sequences. The result concerns distributions of relative domain poses in solution. It does not show that every individual domain was incorrectly folded.</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a:t>
            </a:r>
          </a:p>
          <a:p xmlns:a="http://schemas.openxmlformats.org/drawingml/2006/main">
            <a:r>
              <a:t>- Liu C et al. SynLinker: an integrated system for designing linkers and synthetic fusion proteins. Bioinformatics. 2015;31(22):3700–3702. doi:10.1093/bioinformatics/btv447.</a:t>
            </a:r>
          </a:p>
          <a:p xmlns:a="http://schemas.openxmlformats.org/drawingml/2006/main">
            <a:r>
              <a:t>- Li et al. Multimodal deep learning-assisted rapid linker engineering for synthetic multidomain protein. Synthetic Biology. 2026. doi:10.1016/j.synbio.2026.02.003.</a:t>
            </a:r>
          </a:p>
          <a:p xmlns:a="http://schemas.openxmlformats.org/drawingml/2006/main">
            <a:r>
              <a:t>- McBride AC et al. Predicting Pose Distribution of Protein Domains Connected by Flexible Linkers Is an Unsolved Problem. Proteins. 2026;94(1):362–380. doi:10.1002/prot.70062. https://onlinelibrary.wiley.com/doi/10.1002/prot.70062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CASP16 introduced a blind challenge focused on continuous interdomain pose distributions. The assessors used two versions of a Staphylococcal protein A domain-linker-domain construct: the conserved KADNKF linker and Gly6. Twenty-five groups supplied 35 population-weighted ensembles. SAXS was available for both variants and reports overall shape and distance information. NMR residual dipolar couplings were available for the WT construct and report domain orientation through residue-specific measurements. The assessors back-calculated these observables from every submitted ensemble. No ensemble agreed closely with both evidence types, and no method reproduced the experimentally observed WT-versus-Gly6 SAXS difference. This separates local folding confidence from ensemble-level validation of linker-controlled motion.</a:t>
            </a:r>
          </a:p>
          <a:p xmlns:a="http://schemas.openxmlformats.org/drawingml/2006/main">
            <a:r>
              <a:t/>
            </a:r>
            <a:endParaRPr/>
          </a:p>
          <a:p xmlns:a="http://schemas.openxmlformats.org/drawingml/2006/main">
            <a:r>
              <a:t>Sources and evidence:</a:t>
            </a:r>
          </a:p>
          <a:p xmlns:a="http://schemas.openxmlformats.org/drawingml/2006/main">
            <a:r>
              <a:t>- McBride AC et al. Predicting Pose Distribution of Protein Domains Connected by Flexible Linkers Is an Unsolved Problem. Proteins. 2026;94(1):362–380. doi:10.1002/prot.70062.</a:t>
            </a:r>
          </a:p>
          <a:p xmlns:a="http://schemas.openxmlformats.org/drawingml/2006/main">
            <a:r>
              <a:t>- https://onlinelibrary.wiley.com/doi/10.1002/prot.70062</a:t>
            </a:r>
          </a:p>
          <a:p xmlns:a="http://schemas.openxmlformats.org/drawingml/2006/main">
            <a:r>
              <a:t>- CASP16 prediction and SAXS data: https://pinot3.genomecenter.ucdavis.edu/casp16/UPLOAD_fromPC/UPLOADS_ENSMBL/cleaned/</a:t>
            </a:r>
          </a:p>
          <a:p xmlns:a="http://schemas.openxmlformats.org/drawingml/2006/main">
            <a:r>
              <a:t>- NMR RDC data: BMRB accession 53002.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Frame the comparison around evidence rather than superiority. LINKER and SynLinker provide generation or retrieval evidence. DFLpred and TransDFL provide residue-classification benchmarks for another task. Li et al. reports measured fluorescence for 370 linker variants in one sfGFP–nanobody system, which gives strong system-specific experimental evidence. The CASP16 ensemble assessment shows that computational methods still struggle to reproduce flexible interdomain pose distributions measured jointly by NMR RDC and SAXS. LinkerForge currently provides a three-pair computational acceptance panel and provenance, without equivalent functional, NMR, or SAXS evidence.</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a:t>
            </a:r>
          </a:p>
          <a:p xmlns:a="http://schemas.openxmlformats.org/drawingml/2006/main">
            <a:r>
              <a:t>- Liu C et al. SynLinker: an integrated system for designing linkers and synthetic fusion proteins. Bioinformatics. 2015;31(22):3700–3702.</a:t>
            </a:r>
          </a:p>
          <a:p xmlns:a="http://schemas.openxmlformats.org/drawingml/2006/main">
            <a:r>
              <a:t>- McBride AC et al. Predicting Pose Distribution of Protein Domains Connected by Flexible Linkers Is an Unsolved Problem. Proteins. 2026;94(1):362–380. doi:10.1002/prot.70062.</a:t>
            </a:r>
          </a:p>
          <a:p xmlns:a="http://schemas.openxmlformats.org/drawingml/2006/main">
            <a:r>
              <a:t>- LinkerForge three-pair public acceptance comparison: the current panel verifies execution and traceability, not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xmlns:a="http://schemas.openxmlformats.org/drawingml/2006/main">
            <a:endParaRPr/>
          </a:p>
          <a:p xmlns:a="http://schemas.openxmlformats.org/drawingml/2006/main">
            <a:r>
              <a:t>Sources and evidence:</a:t>
            </a:r>
          </a:p>
          <a:p xmlns:a="http://schemas.openxmlformats.org/drawingml/2006/main">
            <a:r>
              <a:t>- M:\ChatGPT\LinkerForge 2\literature\REVIEW_STATUS.md</a:t>
            </a:r>
          </a:p>
          <a:p xmlns:a="http://schemas.openxmlformats.org/drawingml/2006/main">
            <a:r>
              <a:t>- https://doi.org/10.1016/j.synbio.2026.02.003</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separation between implemented workflow, execution testing, and future ML evaluation. This protects the project from turning evidence of execution into an unsupported biological claim.</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Walk left to right. Candidate generation is deterministic today. ColabFold provides full-chain models and confidence artifacts. Evidence and provenance are packaged together. Rosetta is explicitly unavailable, and OpenMM is currently an execution smoke test.</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2\docs\FULL_FUSION_LOCAL_WORKFLOW.md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https://doi.org/10.1126/science.ade2574</a:t>
            </a:r>
          </a:p>
          <a:p xmlns:a="http://schemas.openxmlformats.org/drawingml/2006/main">
            <a:r>
              <a:t>- https://openreview.net/forum?id=1YLJDvSx6J4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xmlns:a="http://schemas.openxmlformats.org/drawingml/2006/main">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2\docs\LINKER_CURATION_PROTOCOL_2026-10-21.md</a:t>
            </a:r>
          </a:p>
          <a:p xmlns:a="http://schemas.openxmlformats.org/drawingml/2006/main">
            <a:r>
              <a:t>- M:\ChatGPT\LinkerForge 2\reports\PART1_COMPLETION_AND_NATURAL_MINED_LINKER_DATASET_2026-10-19.md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xmlns:a="http://schemas.openxmlformats.org/drawingml/2006/main">
            <a:endParaRPr/>
          </a:p>
          <a:p xmlns:a="http://schemas.openxmlformats.org/drawingml/2006/main">
            <a:r>
              <a:t>Sources and evidence:</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xmlns:a="http://schemas.openxmlformats.org/drawingml/2006/main">
            <a:r>
              <a:t/>
            </a:r>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2\CLASSIFIER_DATA_GATE.md</a:t>
            </a:r>
          </a:p>
          <a:p xmlns:a="http://schemas.openxmlformats.org/drawingml/2006/main">
            <a:r>
              <a:t>- M:\ChatGPT\LinkerForge 2\RESEARCH_HANDOFF.md</a:t>
            </a:r>
          </a:p>
          <a:p xmlns:a="http://schemas.openxmlformats.org/drawingml/2006/main">
            <a:r>
              <a:t/>
            </a:r>
          </a:p>
          <a:p xmlns:a="http://schemas.openxmlformats.org/drawingml/2006/main">
            <a:r>
              <a:t>Why the protected gate blocks training: this is a data-independence failure, not a software crash. The DP94 candidate screen connected 88 of 98 proteins to existing train, development, or auxiliary proteins. The public CAID3 common set was already viewed in a one-time comparison, so it cannot be reused to choose a new model. The self-contained B1 V2 split passes its internal checks, but it does not create a fresh, untouched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2\frontend\src\researchBundle.ts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Differentiate candidate enumeration from learned ranking. The candidate families and controls are operational. The ESM-2 and GNN ranker remains a specified architecture, not a validated model.</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Describe pLDDT as AlphaFold local confidence, not LinkerForge confidence. The linker has low mean pLDDT. Low linker confidence may be compatible with flexibility, but it does not prove flexibility. pTM and cross-domain PAE show uncertainty in global arrangement.</a:t>
            </a:r>
          </a:p>
          <a:p xmlns:a="http://schemas.openxmlformats.org/drawingml/2006/main">
            <a:r>
              <a:t/>
            </a:r>
            <a:endParaRPr/>
          </a:p>
          <a:p xmlns:a="http://schemas.openxmlformats.org/drawingml/2006/main">
            <a:r>
              <a:t>Sources and evidence:</a:t>
            </a:r>
          </a:p>
          <a:p xmlns:a="http://schemas.openxmlformats.org/drawingml/2006/main">
            <a:r>
              <a:t>- M:\ChatGPT\LinkerForge 2\runs\folds\acceptance-20261020-ubiquitin-gb1-target10\evidence_checklist.json</a:t>
            </a:r>
          </a:p>
          <a:p xmlns:a="http://schemas.openxmlformats.org/drawingml/2006/main">
            <a:r>
              <a:t>- M:\ChatGPT\LinkerForge 2\runs\folds\acceptance-20261020-ubiquitin-gb1-target10\pymol-open-source-preview.png</a:t>
            </a:r>
          </a:p>
          <a:p xmlns:a="http://schemas.openxmlformats.org/drawingml/2006/main">
            <a:r>
              <a:t>- https://www.nature.com/articles/s41586-021-03819-2</a:t>
            </a:r>
          </a:p>
          <a:p xmlns:a="http://schemas.openxmlformats.org/drawingml/2006/main">
            <a:r>
              <a:t>- https://www.nature.com/articles/s41592-022-01488-1</a:t>
            </a:r>
          </a:p>
          <a:p xmlns:a="http://schemas.openxmlformats.org/drawingml/2006/main">
            <a:r>
              <a:t/>
            </a:r>
          </a:p>
          <a:p xmlns:a="http://schemas.openxmlformats.org/drawingml/2006/main">
            <a:r>
              <a:t>Updated acceptance context: this slide is the original Ubiquitin–GB1 reference-pair run. Slides 23–31 report the complete three-pair panel.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Only linker-containing conditions are shown. The panel uses matched sequence context and prediction settings, but one domain pair cannot establish generalization or superiority.</a:t>
            </a:r>
          </a:p>
          <a:p xmlns:a="http://schemas.openxmlformats.org/drawingml/2006/main">
            <a:r>
              <a:t/>
            </a:r>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Treat each tool according to its real task. ColabFold predicts structures and confidence. DFLpred detects linker-like residues. OpenMM confirmed the CUDA pipeline can execute, but 50 ps is too short for a stability claim. PyMOL is inspection, not simulation.</a:t>
            </a:r>
          </a:p>
          <a:p xmlns:a="http://schemas.openxmlformats.org/drawingml/2006/main">
            <a:r>
              <a:t/>
            </a:r>
            <a:endParaRPr/>
          </a:p>
          <a:p xmlns:a="http://schemas.openxmlformats.org/drawingml/2006/main">
            <a:r>
              <a:t>Sources and evidence:</a:t>
            </a:r>
          </a:p>
          <a:p xmlns:a="http://schemas.openxmlformats.org/drawingml/2006/main">
            <a:r>
              <a:t>- M:\ChatGPT\LinkerForge 2\runs</a:t>
            </a:r>
          </a:p>
          <a:p xmlns:a="http://schemas.openxmlformats.org/drawingml/2006/main">
            <a:r>
              <a:t>- https://doi.org/10.1038/s41592-022-01488-1</a:t>
            </a:r>
          </a:p>
          <a:p xmlns:a="http://schemas.openxmlformats.org/drawingml/2006/main">
            <a:r>
              <a:t>- https://doi.org/10.1371/journal.pcbi.1005659</a:t>
            </a:r>
          </a:p>
          <a:p xmlns:a="http://schemas.openxmlformats.org/drawingml/2006/main">
            <a:r>
              <a:t/>
            </a:r>
          </a:p>
          <a:p xmlns:a="http://schemas.openxmlformats.org/drawingml/2006/main">
            <a:r>
              <a:t>Updated presentation count: 18 linker-containing constructs and 90 rankable AlphaFold2-ptm models.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xmlns:a="http://schemas.openxmlformats.org/drawingml/2006/main">
            <a:endParaRPr/>
          </a:p>
          <a:p xmlns:a="http://schemas.openxmlformats.org/drawingml/2006/main">
            <a:r>
              <a:t>Sources and evidence:</a:t>
            </a:r>
          </a:p>
          <a:p xmlns:a="http://schemas.openxmlformats.org/drawingml/2006/main">
            <a:r>
              <a:t>- M:\ChatGPT\LinkerForge 2\.codex\presentation-build\app-workspace.png</a:t>
            </a:r>
          </a:p>
          <a:p xmlns:a="http://schemas.openxmlformats.org/drawingml/2006/main">
            <a:r>
              <a:t>- M:\ChatGPT\LinkerForge 2\frontend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xmlns:a="http://schemas.openxmlformats.org/drawingml/2006/main">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Start the expanded acceptance section with what was actually run and what was deliberately excluded. The completion count verifies pipeline execution and traceability only; it does not validate a compatibility ranker.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Show this structure as the clearest linker-containing execution example. Explain that this is a descriptive confidence result selected after prediction, not an independently validated winner.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2\runs\folds\public-multipair-af2ptm-20261021\prediction\LinkerForge_1CRN_4PTI_eaaak_15_unrelaxed_rank_001_alphafold2_ptm_model_4_seed_000.pdb</a:t>
            </a:r>
          </a:p>
          <a:p xmlns:a="http://schemas.openxmlformats.org/drawingml/2006/main">
            <a:r>
              <a:t>- M:\ChatGPT\LinkerForge 2\runs\folds\public-multipair-af2ptm-20261021\prediction\LinkerForge_1CRN_4PTI_eaaak_15_scores_rank_001_alphafold2_ptm_model_4_seed_000.json</a:t>
            </a:r>
          </a:p>
          <a:p xmlns:a="http://schemas.openxmlformats.org/drawingml/2006/main">
            <a:r>
              <a:t>- https://www.nature.com/articles/s41586-021-03819-2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Compare the same two confidence summaries across the three public pairs. Each bar is the top linker-containing row observed after prediction. Slides 26 to 28 retain every linker-containing condition.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Ubiquitin–GB1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1UBQ chain A</a:t>
            </a:r>
          </a:p>
          <a:p xmlns:a="http://schemas.openxmlformats.org/drawingml/2006/main">
            <a:r>
              <a:t>- PDB 2GB1 chain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Crambin–BPTI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1CRN chain A (RCSB FASTA)</a:t>
            </a:r>
          </a:p>
          <a:p xmlns:a="http://schemas.openxmlformats.org/drawingml/2006/main">
            <a:r>
              <a:t>- PDB 4PTI chain A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Protein G–repressor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1PGA chain A (RCSB FASTA)</a:t>
            </a:r>
          </a:p>
          <a:p xmlns:a="http://schemas.openxmlformats.org/drawingml/2006/main">
            <a:r>
              <a:t>- PDB 1LMB protein chain C/D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This is the slide to use if someone asks which model produced the confidence. Every displayed confidence metric comes from the AlphaFold2-ptm/ColabFold structure prediction. The proposed compatibility ranker remains scientifically untrained.</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Use this slide to demonstrate provenance. The presentation shows the linker-containing matrix; the JSON remains the machine-readable authority; the CSV supports analysis; hashes bind each displayed row to its PDB and score JSON.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2\runs\folds\public-multipair-af2ptm-20261021\verified_public_acceptance_run_final_2026-10-22.md</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p>
          <a:p xmlns:a="http://schemas.openxmlformats.org/drawingml/2006/main">
            <a:r>
              <a:t>Explain each deferred method as a future evidence layer, not a missing red failure. Production OpenMM is intentionally on hold. Rosetta requires a licensed installation, and other structure-model families require pinned matched environments.</a:t>
            </a:r>
          </a:p>
          <a:p xmlns:a="http://schemas.openxmlformats.org/drawingml/2006/main">
            <a:r>
              <a:t/>
            </a:r>
          </a:p>
          <a:p xmlns:a="http://schemas.openxmlformats.org/drawingml/2006/main">
            <a:r>
              <a:t>Sources and evidence:</a:t>
            </a:r>
          </a:p>
          <a:p xmlns:a="http://schemas.openxmlformats.org/drawingml/2006/main">
            <a:r>
              <a:t>- M:\ChatGPT\LinkerForge 2\docs\FUTURE_STRUCTURAL_VALIDATION_ROADMAP_2026-10-21.md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a:p xmlns:a="http://schemas.openxmlformats.org/drawingml/2006/main">
            <a:r>
              <a:t>- M:\ChatGPT\LinkerForge 2\datasets\README.md</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endParaRPr/>
          </a:p>
          <a:p xmlns:a="http://schemas.openxmlformats.org/drawingml/2006/main">
            <a:r>
              <a:t>Close by repeating the permitted claim exactly. Invite questions about the evidence chain, data firewall, or next benchmark rather than implying a finished biological predictor.</a:t>
            </a:r>
          </a:p>
          <a:p xmlns:a="http://schemas.openxmlformats.org/drawingml/2006/main">
            <a:r>
              <a:t/>
            </a:r>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2\docs\PROFESSIONAL_PUBLICATION_READINESS_AUDIT_2026-10-20.md</a:t>
            </a:r>
          </a:p>
          <a:p xmlns:a="http://schemas.openxmlformats.org/drawingml/2006/main">
            <a:r>
              <a:t/>
            </a:r>
          </a:p>
          <a:p xmlns:a="http://schemas.openxmlformats.org/drawingml/2006/main">
            <a:r>
              <a:t>Updated conclusion evidence: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925983b9514d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8fef62082841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b9b50fdefe47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31e8b1caebc4b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1e595539954c8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2a6950e05bd4e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F308-D43F-47D2-98A2-8AE03BDB85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EF1D34B3-40F9-46D3-8046-D44F9C56AA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1E245-DD9E-47F8-BC7F-7403A51EBE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6B3BBB-AF65-4C39-BDF6-5C600E798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09DD88A0-AF93-492E-AB97-B6881167A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E761CA-3280-4B1C-B9A5-D5A2B348DB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678DEFB-1D09-435F-8B27-68DFE365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FD6FD86-DA1E-4EB0-96CD-8306A79A6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33779-ADF8-43B1-A445-DAD753082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B0D59DD-1B5C-4765-982F-71638CADD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e9d1c500994229" /><Relationship Type="http://schemas.openxmlformats.org/officeDocument/2006/relationships/slideLayout" Target="/ppt/slideLayouts/slideLayout1.xml" Id="R134386be703944cd" /><Relationship Type="http://schemas.openxmlformats.org/officeDocument/2006/relationships/slideLayout" Target="/ppt/slideLayouts/slideLayout2.xml" Id="Rac99017a0108417c" /><Relationship Type="http://schemas.openxmlformats.org/officeDocument/2006/relationships/slideLayout" Target="/ppt/slideLayouts/slideLayout3.xml" Id="R56ef5021aa9c423e" /><Relationship Type="http://schemas.openxmlformats.org/officeDocument/2006/relationships/slideLayout" Target="/ppt/slideLayouts/slideLayout4.xml" Id="R47b60afd98e740d3" /><Relationship Type="http://schemas.openxmlformats.org/officeDocument/2006/relationships/slideLayout" Target="/ppt/slideLayouts/slideLayout5.xml" Id="R99cba024d4a94a66" /><Relationship Type="http://schemas.openxmlformats.org/officeDocument/2006/relationships/slideLayout" Target="/ppt/slideLayouts/slideLayout6.xml" Id="Rf7a1b07a308744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4386be703944cd"/>
    <p:sldLayoutId xmlns:r="http://schemas.openxmlformats.org/officeDocument/2006/relationships" id="2147483650" r:id="Rac99017a0108417c"/>
    <p:sldLayoutId xmlns:r="http://schemas.openxmlformats.org/officeDocument/2006/relationships" id="2147483651" r:id="R56ef5021aa9c423e"/>
    <p:sldLayoutId xmlns:r="http://schemas.openxmlformats.org/officeDocument/2006/relationships" id="2147483652" r:id="R47b60afd98e740d3"/>
    <p:sldLayoutId xmlns:r="http://schemas.openxmlformats.org/officeDocument/2006/relationships" id="2147483653" r:id="R99cba024d4a94a66"/>
    <p:sldLayoutId xmlns:r="http://schemas.openxmlformats.org/officeDocument/2006/relationships" id="2147483654" r:id="Rf7a1b07a308744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d01f9d516e4fbf" /><Relationship Type="http://schemas.openxmlformats.org/officeDocument/2006/relationships/image" Target="/ppt/media/image.png" Id="Rea05255097bf49b6" /><Relationship Type="http://schemas.openxmlformats.org/officeDocument/2006/relationships/notesSlide" Target="/ppt/notesSlides/notesSlide1.xml" Id="Rf4dda6bb2a4247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39a05b5b7b46b6" /><Relationship Type="http://schemas.openxmlformats.org/officeDocument/2006/relationships/notesSlide" Target="/ppt/notesSlides/notesSlide2.xml" Id="R144306213db147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db95bea06d402b" /><Relationship Type="http://schemas.openxmlformats.org/officeDocument/2006/relationships/notesSlide" Target="/ppt/notesSlides/notesSlide3.xml" Id="R121d7524a0ad48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8eb7f06b3c416a" /><Relationship Type="http://schemas.openxmlformats.org/officeDocument/2006/relationships/notesSlide" Target="/ppt/notesSlides/notesSlide4.xml" Id="R933afade24d64d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2d7dc5b05c4475" /><Relationship Type="http://schemas.openxmlformats.org/officeDocument/2006/relationships/notesSlide" Target="/ppt/notesSlides/notesSlide5.xml" Id="R38bf5f19cfdc42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1a463b5ad464cf4" /><Relationship Type="http://schemas.openxmlformats.org/officeDocument/2006/relationships/notesSlide" Target="/ppt/notesSlides/notesSlide6.xml" Id="Rb9acbbfee22b47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ff8206cfc44544" /><Relationship Type="http://schemas.openxmlformats.org/officeDocument/2006/relationships/notesSlide" Target="/ppt/notesSlides/notesSlide7.xml" Id="Ra0d2d22848b743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289a65ca33a4f34" /><Relationship Type="http://schemas.openxmlformats.org/officeDocument/2006/relationships/notesSlide" Target="/ppt/notesSlides/notesSlide8.xml" Id="R5b472de7f61046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d788cd61df406d" /><Relationship Type="http://schemas.openxmlformats.org/officeDocument/2006/relationships/notesSlide" Target="/ppt/notesSlides/notesSlide9.xml" Id="Rb3d97413af8e45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036098b58b4665" /><Relationship Type="http://schemas.openxmlformats.org/officeDocument/2006/relationships/notesSlide" Target="/ppt/notesSlides/notesSlide10.xml" Id="R4cfb65fa447145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0bd5bf2393d4686" /><Relationship Type="http://schemas.openxmlformats.org/officeDocument/2006/relationships/notesSlide" Target="/ppt/notesSlides/notesSlide11.xml" Id="Ra4afb9d40bed4a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1039029848427e" /><Relationship Type="http://schemas.openxmlformats.org/officeDocument/2006/relationships/notesSlide" Target="/ppt/notesSlides/notesSlide12.xml" Id="Rb1c5bb7ecfe74d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f7474a8f42b4a6b" /><Relationship Type="http://schemas.openxmlformats.org/officeDocument/2006/relationships/notesSlide" Target="/ppt/notesSlides/notesSlide13.xml" Id="R86df5771172c4e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3b09cabf9a84e1a" /><Relationship Type="http://schemas.openxmlformats.org/officeDocument/2006/relationships/notesSlide" Target="/ppt/notesSlides/notesSlide14.xml" Id="R1e8a1ee72fb5413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d05f1bcf9114bf1" /><Relationship Type="http://schemas.openxmlformats.org/officeDocument/2006/relationships/notesSlide" Target="/ppt/notesSlides/notesSlide15.xml" Id="R830a16c293934e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6505e3aa69f45aa" /><Relationship Type="http://schemas.openxmlformats.org/officeDocument/2006/relationships/notesSlide" Target="/ppt/notesSlides/notesSlide16.xml" Id="Rc27f9945a8b44f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ffc21bea2ec441d" /><Relationship Type="http://schemas.openxmlformats.org/officeDocument/2006/relationships/notesSlide" Target="/ppt/notesSlides/notesSlide17.xml" Id="R586b25560b824f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f1714c6da8a40f4" /><Relationship Type="http://schemas.openxmlformats.org/officeDocument/2006/relationships/image" Target="/ppt/media/image.png" Id="R02d289916c934ae3" /><Relationship Type="http://schemas.openxmlformats.org/officeDocument/2006/relationships/chart" Target="/ppt/slides/charts/chart1.xml" Id="Rd33ae78ac1784e77" /><Relationship Type="http://schemas.openxmlformats.org/officeDocument/2006/relationships/notesSlide" Target="/ppt/notesSlides/notesSlide18.xml" Id="R911c60cecc5c4b6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76cc4984aa14b53" /><Relationship Type="http://schemas.openxmlformats.org/officeDocument/2006/relationships/chart" Target="/ppt/slides/charts/chart2.xml" Id="Rb0a6000b403648f9" /><Relationship Type="http://schemas.openxmlformats.org/officeDocument/2006/relationships/notesSlide" Target="/ppt/notesSlides/notesSlide19.xml" Id="R6ccc1bc71a1740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fba93816d2a49bb" /><Relationship Type="http://schemas.openxmlformats.org/officeDocument/2006/relationships/notesSlide" Target="/ppt/notesSlides/notesSlide20.xml" Id="R04243d1800da4e0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b2144e3c2094a22" /><Relationship Type="http://schemas.openxmlformats.org/officeDocument/2006/relationships/image" Target="/ppt/media/image2.png" Id="R9a168e95b5ff4e36" /><Relationship Type="http://schemas.openxmlformats.org/officeDocument/2006/relationships/notesSlide" Target="/ppt/notesSlides/notesSlide21.xml" Id="R2d6ac96c000142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c3e753b1d2b4428" /><Relationship Type="http://schemas.openxmlformats.org/officeDocument/2006/relationships/notesSlide" Target="/ppt/notesSlides/notesSlide22.xml" Id="R1c2a5d73fa1e46d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4c98b999f4b46cb" /><Relationship Type="http://schemas.openxmlformats.org/officeDocument/2006/relationships/notesSlide" Target="/ppt/notesSlides/notesSlide23.xml" Id="R1eded76b25604a4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eba9db664864d96" /><Relationship Type="http://schemas.openxmlformats.org/officeDocument/2006/relationships/image" Target="/ppt/media/image3.png" Id="Rc665ddc701bd46ca" /><Relationship Type="http://schemas.openxmlformats.org/officeDocument/2006/relationships/notesSlide" Target="/ppt/notesSlides/notesSlide24.xml" Id="R43fa9f553a4340d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2dea222ff504eda" /><Relationship Type="http://schemas.openxmlformats.org/officeDocument/2006/relationships/chart" Target="/ppt/slides/charts/chart3.xml" Id="R0d57cdc4b34540c8" /><Relationship Type="http://schemas.openxmlformats.org/officeDocument/2006/relationships/notesSlide" Target="/ppt/notesSlides/notesSlide25.xml" Id="Rc82084eb95e74c6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150980b2e5543bd" /><Relationship Type="http://schemas.openxmlformats.org/officeDocument/2006/relationships/notesSlide" Target="/ppt/notesSlides/notesSlide26.xml" Id="R90030f6c48464fe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36ddeefc4cf4dc1" /><Relationship Type="http://schemas.openxmlformats.org/officeDocument/2006/relationships/notesSlide" Target="/ppt/notesSlides/notesSlide27.xml" Id="R8b28f393db784c1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6ed4bcb5f724b24" /><Relationship Type="http://schemas.openxmlformats.org/officeDocument/2006/relationships/notesSlide" Target="/ppt/notesSlides/notesSlide28.xml" Id="R0ac9b59386ee4ee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643c8629ff4457a" /><Relationship Type="http://schemas.openxmlformats.org/officeDocument/2006/relationships/notesSlide" Target="/ppt/notesSlides/notesSlide29.xml" Id="R4770313425b64d2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b41a2c0c2cb4879" /><Relationship Type="http://schemas.openxmlformats.org/officeDocument/2006/relationships/notesSlide" Target="/ppt/notesSlides/notesSlide30.xml" Id="R5afba77bb699435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bc72c871bd5459e" /><Relationship Type="http://schemas.openxmlformats.org/officeDocument/2006/relationships/notesSlide" Target="/ppt/notesSlides/notesSlide31.xml" Id="R26664bca80df42c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fea6329ae9a430b" /><Relationship Type="http://schemas.openxmlformats.org/officeDocument/2006/relationships/notesSlide" Target="/ppt/notesSlides/notesSlide32.xml" Id="R243087c19c51475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fabf0d315ea435a" /><Relationship Type="http://schemas.openxmlformats.org/officeDocument/2006/relationships/notesSlide" Target="/ppt/notesSlides/notesSlide33.xml" Id="Rb376cca9d7de490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953dd8f9b654aa8" /><Relationship Type="http://schemas.openxmlformats.org/officeDocument/2006/relationships/notesSlide" Target="/ppt/notesSlides/notesSlide34.xml" Id="Re451ad7400ee44b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Regional mean pLDDT (0–100)</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Mean pLDDT</c:v>
          </c:tx>
          <c:spPr>
            <a:solidFill xmlns:a="http://schemas.openxmlformats.org/drawingml/2006/main">
              <a:srgbClr val="167D89"/>
            </a:solidFill>
          </c:spPr>
          <c:invertIfNegative val="0"/>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81.74</c:v>
                </c:pt>
                <c:pt idx="2">
                  <c:v>76.9</c:v>
                </c:pt>
                <c:pt idx="3">
                  <c:v>37.73</c:v>
                </c:pt>
              </c:numCache>
            </c:numRef>
          </c:val>
        </c:ser>
        <c:dLbls>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Region</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Overall and linker-region pLDDT by construct</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chain</c:v>
          </c:tx>
          <c:spPr>
            <a:solidFill xmlns:a="http://schemas.openxmlformats.org/drawingml/2006/main">
              <a:srgbClr val="167D89"/>
            </a:solidFill>
          </c:spPr>
          <c:invertIfNegative val="0"/>
          <c:cat>
            <c:strRef>
              <c:f>'Chart Data'!$A$2:$A$7</c:f>
              <c:strCache>
                <c:ptCount val="6"/>
                <c:pt idx="0">
                  <c:v>GGGGS</c:v>
                </c:pt>
                <c:pt idx="1">
                  <c:v>GS10</c:v>
                </c:pt>
                <c:pt idx="2">
                  <c:v>(GGGGS)3</c:v>
                </c:pt>
                <c:pt idx="3">
                  <c:v>WALDO12</c:v>
                </c:pt>
                <c:pt idx="4">
                  <c:v>BIRD18</c:v>
                </c:pt>
                <c:pt idx="5">
                  <c:v>EAAAK15</c:v>
                </c:pt>
              </c:strCache>
            </c:strRef>
          </c:cat>
          <c:val>
            <c:numRef>
              <c:f>'Chart Data'!$B$2:$B$7</c:f>
              <c:numCache>
                <c:formatCode>General</c:formatCode>
                <c:ptCount val="6"/>
                <c:pt idx="0">
                  <c:v>87.03</c:v>
                </c:pt>
                <c:pt idx="1">
                  <c:v>81.74</c:v>
                </c:pt>
                <c:pt idx="2">
                  <c:v>82.75</c:v>
                </c:pt>
                <c:pt idx="3">
                  <c:v>84.09</c:v>
                </c:pt>
                <c:pt idx="4">
                  <c:v>80.21</c:v>
                </c:pt>
                <c:pt idx="5">
                  <c:v>87.88</c:v>
                </c:pt>
              </c:numCache>
            </c:numRef>
          </c:val>
        </c:ser>
        <c:ser>
          <c:idx val="1"/>
          <c:order val="1"/>
          <c:tx>
            <c:v>Linker region</c:v>
          </c:tx>
          <c:spPr>
            <a:solidFill xmlns:a="http://schemas.openxmlformats.org/drawingml/2006/main">
              <a:srgbClr val="E84AAB"/>
            </a:solidFill>
          </c:spPr>
          <c:invertIfNegative val="0"/>
          <c:cat>
            <c:strRef>
              <c:f>'Chart Data'!$C$2:$C$7</c:f>
              <c:strCache>
                <c:ptCount val="6"/>
                <c:pt idx="0">
                  <c:v>GGGGS</c:v>
                </c:pt>
                <c:pt idx="1">
                  <c:v>GS10</c:v>
                </c:pt>
                <c:pt idx="2">
                  <c:v>(GGGGS)3</c:v>
                </c:pt>
                <c:pt idx="3">
                  <c:v>WALDO12</c:v>
                </c:pt>
                <c:pt idx="4">
                  <c:v>BIRD18</c:v>
                </c:pt>
                <c:pt idx="5">
                  <c:v>EAAAK15</c:v>
                </c:pt>
              </c:strCache>
            </c:strRef>
          </c:cat>
          <c:val>
            <c:numRef>
              <c:f>'Chart Data'!$D$2:$D$7</c:f>
              <c:numCache>
                <c:formatCode>General</c:formatCode>
                <c:ptCount val="6"/>
                <c:pt idx="0">
                  <c:v>48.57</c:v>
                </c:pt>
                <c:pt idx="1">
                  <c:v>37.73</c:v>
                </c:pt>
                <c:pt idx="2">
                  <c:v>38.99</c:v>
                </c:pt>
                <c:pt idx="3">
                  <c:v>44.42</c:v>
                </c:pt>
                <c:pt idx="4">
                  <c:v>44.87</c:v>
                </c:pt>
                <c:pt idx="5">
                  <c:v>50.88</c:v>
                </c:pt>
              </c:numCache>
            </c:numRef>
          </c:val>
        </c:ser>
        <c:dLbls>
          <c:txPr>
            <a:bodyPr xmlns:a="http://schemas.openxmlformats.org/drawingml/2006/main" anchorCtr="1"/>
            <a:lstStyle xmlns:a="http://schemas.openxmlformats.org/drawingml/2006/main"/>
            <a:p xmlns:a="http://schemas.openxmlformats.org/drawingml/2006/main">
              <a:pPr>
                <a:defRPr sz="75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Top observed linker-containing construct per pair</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fusion pLDDT</c:v>
          </c:tx>
          <c:spPr>
            <a:solidFill xmlns:a="http://schemas.openxmlformats.org/drawingml/2006/main">
              <a:srgbClr val="167D89"/>
            </a:solidFill>
          </c:spPr>
          <c:invertIfNegative val="0"/>
          <c:cat>
            <c:strRef>
              <c:f>'Chart Data'!$A$2:$A$4</c:f>
              <c:strCache>
                <c:ptCount val="3"/>
                <c:pt idx="0">
                  <c:v>Crambin–BPTI</c:v>
                </c:pt>
                <c:pt idx="1">
                  <c:v>Protein G–repressor</c:v>
                </c:pt>
                <c:pt idx="2">
                  <c:v>Ubiquitin–GB1</c:v>
                </c:pt>
              </c:strCache>
            </c:strRef>
          </c:cat>
          <c:val>
            <c:numRef>
              <c:f>'Chart Data'!$B$2:$B$4</c:f>
              <c:numCache>
                <c:formatCode>General</c:formatCode>
                <c:ptCount val="3"/>
                <c:pt idx="0">
                  <c:v>93.81</c:v>
                </c:pt>
                <c:pt idx="1">
                  <c:v>92.2</c:v>
                </c:pt>
                <c:pt idx="2">
                  <c:v>87.88</c:v>
                </c:pt>
              </c:numCache>
            </c:numRef>
          </c:val>
        </c:ser>
        <c:ser>
          <c:idx val="1"/>
          <c:order val="1"/>
          <c:tx>
            <c:v>Linker pLDDT</c:v>
          </c:tx>
          <c:spPr>
            <a:solidFill xmlns:a="http://schemas.openxmlformats.org/drawingml/2006/main">
              <a:srgbClr val="E84AAB"/>
            </a:solidFill>
          </c:spPr>
          <c:invertIfNegative val="0"/>
          <c:cat>
            <c:strRef>
              <c:f>'Chart Data'!$C$2:$C$4</c:f>
              <c:strCache>
                <c:ptCount val="3"/>
                <c:pt idx="0">
                  <c:v>Crambin–BPTI</c:v>
                </c:pt>
                <c:pt idx="1">
                  <c:v>Protein G–repressor</c:v>
                </c:pt>
                <c:pt idx="2">
                  <c:v>Ubiquitin–GB1</c:v>
                </c:pt>
              </c:strCache>
            </c:strRef>
          </c:cat>
          <c:val>
            <c:numRef>
              <c:f>'Chart Data'!$D$2:$D$4</c:f>
              <c:numCache>
                <c:formatCode>General</c:formatCode>
                <c:ptCount val="3"/>
                <c:pt idx="0">
                  <c:v>84.85</c:v>
                </c:pt>
                <c:pt idx="1">
                  <c:v>48.93</c:v>
                </c:pt>
                <c:pt idx="2">
                  <c:v>50.88</c:v>
                </c:pt>
              </c:numCache>
            </c:numRef>
          </c:val>
        </c:ser>
        <c:dLbls>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42EA4A6-1213-43A9-8C53-6C0A7A206D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168E885-2D17-40C1-87BC-028E39E88D98}"/>
              </a:ext>
            </a:extLst>
          </p:cNvPr>
          <p:cNvSpPr>
            <a:spLocks xmlns:a="http://schemas.openxmlformats.org/drawingml/2006/main" noGrp="1"/>
          </p:cNvSpPr>
          <p:nvPr/>
        </p:nvSpPr>
        <p:spPr>
          <a:xfrm xmlns:a="http://schemas.openxmlformats.org/drawingml/2006/main">
            <a:off x="590550" y="609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333CAC2-F485-43BC-9971-0DF3A470161B}"/>
              </a:ext>
            </a:extLst>
          </p:cNvPr>
          <p:cNvSpPr>
            <a:spLocks xmlns:a="http://schemas.openxmlformats.org/drawingml/2006/main" noGrp="1"/>
          </p:cNvSpPr>
          <p:nvPr/>
        </p:nvSpPr>
        <p:spPr>
          <a:xfrm xmlns:a="http://schemas.openxmlformats.org/drawingml/2006/main">
            <a:off x="590550" y="13335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53"/>
          </a:bodyPr>
          <a:lstStyle xmlns:a="http://schemas.openxmlformats.org/drawingml/2006/main">
            <a:defPPr algn="l">
              <a:defRPr sz="3450" b="1" i="0">
                <a:solidFill>
                  <a:srgbClr val="FFFFFF"/>
                </a:solidFill>
                <a:latin typeface="Arial"/>
                <a:ea typeface="Arial"/>
                <a:cs typeface="Arial"/>
              </a:defRPr>
            </a:defPPr>
            <a:lvl1pPr algn="l">
              <a:buNone/>
              <a:defRPr sz="3450" b="1" i="0">
                <a:solidFill>
                  <a:srgbClr val="FFFFFF"/>
                </a:solidFill>
                <a:latin typeface="Arial"/>
                <a:ea typeface="Arial"/>
                <a:cs typeface="Arial"/>
              </a:defRPr>
            </a:lvl1pPr>
            <a:lvl2pPr algn="l">
              <a:buNone/>
              <a:defRPr sz="3450" b="1" i="0">
                <a:solidFill>
                  <a:srgbClr val="FFFFFF"/>
                </a:solidFill>
                <a:latin typeface="Arial"/>
                <a:ea typeface="Arial"/>
                <a:cs typeface="Arial"/>
              </a:defRPr>
            </a:lvl2pPr>
            <a:lvl3pPr algn="l">
              <a:buNone/>
              <a:defRPr sz="3450" b="1" i="0">
                <a:solidFill>
                  <a:srgbClr val="FFFFFF"/>
                </a:solidFill>
                <a:latin typeface="Arial"/>
                <a:ea typeface="Arial"/>
                <a:cs typeface="Arial"/>
              </a:defRPr>
            </a:lvl3pPr>
            <a:lvl4pPr algn="l">
              <a:buNone/>
              <a:defRPr sz="3450" b="1" i="0">
                <a:solidFill>
                  <a:srgbClr val="FFFFFF"/>
                </a:solidFill>
                <a:latin typeface="Arial"/>
                <a:ea typeface="Arial"/>
                <a:cs typeface="Arial"/>
              </a:defRPr>
            </a:lvl4pPr>
            <a:lvl5pPr algn="l">
              <a:buNone/>
              <a:defRPr sz="3450" b="1" i="0">
                <a:solidFill>
                  <a:srgbClr val="FFFFFF"/>
                </a:solidFill>
                <a:latin typeface="Arial"/>
                <a:ea typeface="Arial"/>
                <a:cs typeface="Arial"/>
              </a:defRPr>
            </a:lvl5pPr>
            <a:lvl6pPr algn="l">
              <a:buNone/>
              <a:defRPr sz="3450" b="1" i="0">
                <a:solidFill>
                  <a:srgbClr val="FFFFFF"/>
                </a:solidFill>
                <a:latin typeface="Arial"/>
                <a:ea typeface="Arial"/>
                <a:cs typeface="Arial"/>
              </a:defRPr>
            </a:lvl6pPr>
            <a:lvl7pPr algn="l">
              <a:buNone/>
              <a:defRPr sz="3450" b="1" i="0">
                <a:solidFill>
                  <a:srgbClr val="FFFFFF"/>
                </a:solidFill>
                <a:latin typeface="Arial"/>
                <a:ea typeface="Arial"/>
                <a:cs typeface="Arial"/>
              </a:defRPr>
            </a:lvl7pPr>
            <a:lvl8pPr algn="l">
              <a:buNone/>
              <a:defRPr sz="3450" b="1" i="0">
                <a:solidFill>
                  <a:srgbClr val="FFFFFF"/>
                </a:solidFill>
                <a:latin typeface="Arial"/>
                <a:ea typeface="Arial"/>
                <a:cs typeface="Arial"/>
              </a:defRPr>
            </a:lvl8pPr>
            <a:lvl9pPr algn="l">
              <a:buNone/>
              <a:defRPr sz="3450" b="1" i="0">
                <a:solidFill>
                  <a:srgbClr val="FFFFFF"/>
                </a:solidFill>
                <a:latin typeface="Arial"/>
                <a:ea typeface="Arial"/>
                <a:cs typeface="Arial"/>
              </a:defRPr>
            </a:lvl9pPr>
          </a:lstStyle>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xmlns:a="http://schemas.openxmlformats.org/drawingml/2006/main">
              <a:ext uri="{FF2B5EF4-FFF2-40B4-BE49-F238E27FC236}">
                <a16:creationId xmlns:a16="http://schemas.microsoft.com/office/drawing/2014/main" id="{C12DEBDD-864A-48D5-A5EE-891AE31BC6C6}"/>
              </a:ext>
            </a:extLst>
          </p:cNvPr>
          <p:cNvSpPr>
            <a:spLocks xmlns:a="http://schemas.openxmlformats.org/drawingml/2006/main" noGrp="1"/>
          </p:cNvSpPr>
          <p:nvPr/>
        </p:nvSpPr>
        <p:spPr>
          <a:xfrm xmlns:a="http://schemas.openxmlformats.org/drawingml/2006/main">
            <a:off x="628650" y="31432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52"/>
          </a:bodyPr>
          <a:lstStyle xmlns:a="http://schemas.openxmlformats.org/drawingml/2006/main">
            <a:defPPr algn="l">
              <a:defRPr sz="1500" b="0" i="0">
                <a:solidFill>
                  <a:srgbClr val="B9CCC4"/>
                </a:solidFill>
                <a:latin typeface="Arial"/>
                <a:ea typeface="Arial"/>
                <a:cs typeface="Arial"/>
              </a:defRPr>
            </a:defPPr>
            <a:lvl1pPr algn="l">
              <a:buNone/>
              <a:defRPr sz="1500" b="0" i="0">
                <a:solidFill>
                  <a:srgbClr val="B9CCC4"/>
                </a:solidFill>
                <a:latin typeface="Arial"/>
                <a:ea typeface="Arial"/>
                <a:cs typeface="Arial"/>
              </a:defRPr>
            </a:lvl1pPr>
            <a:lvl2pPr algn="l">
              <a:buNone/>
              <a:defRPr sz="1500" b="0" i="0">
                <a:solidFill>
                  <a:srgbClr val="B9CCC4"/>
                </a:solidFill>
                <a:latin typeface="Arial"/>
                <a:ea typeface="Arial"/>
                <a:cs typeface="Arial"/>
              </a:defRPr>
            </a:lvl2pPr>
            <a:lvl3pPr algn="l">
              <a:buNone/>
              <a:defRPr sz="1500" b="0" i="0">
                <a:solidFill>
                  <a:srgbClr val="B9CCC4"/>
                </a:solidFill>
                <a:latin typeface="Arial"/>
                <a:ea typeface="Arial"/>
                <a:cs typeface="Arial"/>
              </a:defRPr>
            </a:lvl3pPr>
            <a:lvl4pPr algn="l">
              <a:buNone/>
              <a:defRPr sz="1500" b="0" i="0">
                <a:solidFill>
                  <a:srgbClr val="B9CCC4"/>
                </a:solidFill>
                <a:latin typeface="Arial"/>
                <a:ea typeface="Arial"/>
                <a:cs typeface="Arial"/>
              </a:defRPr>
            </a:lvl4pPr>
            <a:lvl5pPr algn="l">
              <a:buNone/>
              <a:defRPr sz="1500" b="0" i="0">
                <a:solidFill>
                  <a:srgbClr val="B9CCC4"/>
                </a:solidFill>
                <a:latin typeface="Arial"/>
                <a:ea typeface="Arial"/>
                <a:cs typeface="Arial"/>
              </a:defRPr>
            </a:lvl5pPr>
            <a:lvl6pPr algn="l">
              <a:buNone/>
              <a:defRPr sz="1500" b="0" i="0">
                <a:solidFill>
                  <a:srgbClr val="B9CCC4"/>
                </a:solidFill>
                <a:latin typeface="Arial"/>
                <a:ea typeface="Arial"/>
                <a:cs typeface="Arial"/>
              </a:defRPr>
            </a:lvl6pPr>
            <a:lvl7pPr algn="l">
              <a:buNone/>
              <a:defRPr sz="1500" b="0" i="0">
                <a:solidFill>
                  <a:srgbClr val="B9CCC4"/>
                </a:solidFill>
                <a:latin typeface="Arial"/>
                <a:ea typeface="Arial"/>
                <a:cs typeface="Arial"/>
              </a:defRPr>
            </a:lvl7pPr>
            <a:lvl8pPr algn="l">
              <a:buNone/>
              <a:defRPr sz="1500" b="0" i="0">
                <a:solidFill>
                  <a:srgbClr val="B9CCC4"/>
                </a:solidFill>
                <a:latin typeface="Arial"/>
                <a:ea typeface="Arial"/>
                <a:cs typeface="Arial"/>
              </a:defRPr>
            </a:lvl8pPr>
            <a:lvl9pPr algn="l">
              <a:buNone/>
              <a:defRPr sz="1500" b="0" i="0">
                <a:solidFill>
                  <a:srgbClr val="B9CCC4"/>
                </a:solidFill>
                <a:latin typeface="Arial"/>
                <a:ea typeface="Arial"/>
                <a:cs typeface="Arial"/>
              </a:defRPr>
            </a:lvl9pPr>
          </a:lstStyle>
          <a:p xmlns:a="http://schemas.openxmlformats.org/drawingml/2006/main">
            <a:pPr algn="l">
              <a:buNone/>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matched public-sequence evidence</a:t>
            </a:r>
          </a:p>
        </p:txBody>
      </p:sp>
      <p:pic>
        <p:nvPicPr>
          <p:cNvPr id="5" name="Picture 4">
            <a:extLst xmlns:a="http://schemas.openxmlformats.org/drawingml/2006/main">
              <a:ext uri="{FF2B5EF4-FFF2-40B4-BE49-F238E27FC236}">
                <a16:creationId xmlns:a16="http://schemas.microsoft.com/office/drawing/2014/main" id="{944511C6-6642-47F9-A36A-320E96BEC389}"/>
              </a:ext>
            </a:extLst>
          </p:cNvPr>
          <p:cNvPicPr>
            <a:picLocks xmlns:a="http://schemas.openxmlformats.org/drawingml/2006/main" noChangeAspect="1"/>
          </p:cNvPicPr>
          <p:nvPr/>
        </p:nvPicPr>
        <p:blipFill>
          <a:blip xmlns:r="http://schemas.openxmlformats.org/officeDocument/2006/relationships" xmlns:a="http://schemas.openxmlformats.org/drawingml/2006/main" r:embed="Rea05255097bf49b6"/>
          <a:stretch xmlns:a="http://schemas.openxmlformats.org/drawingml/2006/main"/>
        </p:blipFill>
        <p:spPr>
          <a:xfrm xmlns:a="http://schemas.openxmlformats.org/drawingml/2006/main">
            <a:off x="6238875" y="1114425"/>
            <a:ext cx="5334000" cy="3810000"/>
          </a:xfrm>
          <a:prstGeom xmlns:a="http://schemas.openxmlformats.org/drawingml/2006/main" prst="rect">
            <a:avLst/>
          </a:prstGeom>
        </p:spPr>
      </p:pic>
      <p:sp>
        <p:nvSpPr>
          <p:cNvPr id="6" name="Rectangle: Rounded Corners 5">
            <a:extLst xmlns:a="http://schemas.openxmlformats.org/drawingml/2006/main">
              <a:ext uri="{FF2B5EF4-FFF2-40B4-BE49-F238E27FC236}">
                <a16:creationId xmlns:a16="http://schemas.microsoft.com/office/drawing/2014/main" id="{B2FECAEF-218C-4ACD-8FC3-9EC87C8D45D6}"/>
              </a:ext>
            </a:extLst>
          </p:cNvPr>
          <p:cNvSpPr>
            <a:spLocks xmlns:a="http://schemas.openxmlformats.org/drawingml/2006/main" noGrp="1"/>
          </p:cNvSpPr>
          <p:nvPr/>
        </p:nvSpPr>
        <p:spPr>
          <a:xfrm xmlns:a="http://schemas.openxmlformats.org/drawingml/2006/main">
            <a:off x="638175" y="4048125"/>
            <a:ext cx="228600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fontScale="93321"/>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PUBLIC ACCEPTANCE PANEL · 3 PAIRS</a:t>
            </a:r>
          </a:p>
        </p:txBody>
      </p:sp>
      <p:sp>
        <p:nvSpPr>
          <p:cNvPr id="7" name="Rectangle 6">
            <a:extLst xmlns:a="http://schemas.openxmlformats.org/drawingml/2006/main">
              <a:ext uri="{FF2B5EF4-FFF2-40B4-BE49-F238E27FC236}">
                <a16:creationId xmlns:a16="http://schemas.microsoft.com/office/drawing/2014/main" id="{5FEE1652-EAF7-4F01-AB83-4C91BC9D5337}"/>
              </a:ext>
            </a:extLst>
          </p:cNvPr>
          <p:cNvSpPr>
            <a:spLocks xmlns:a="http://schemas.openxmlformats.org/drawingml/2006/main" noGrp="1"/>
          </p:cNvSpPr>
          <p:nvPr/>
        </p:nvSpPr>
        <p:spPr>
          <a:xfrm xmlns:a="http://schemas.openxmlformats.org/drawingml/2006/main">
            <a:off x="638175" y="4552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l">
              <a:defRPr sz="1350" b="1" i="0">
                <a:solidFill>
                  <a:srgbClr val="FFFFFF"/>
                </a:solidFill>
                <a:latin typeface="Arial"/>
                <a:ea typeface="Arial"/>
                <a:cs typeface="Arial"/>
              </a:defRPr>
            </a:defPPr>
            <a:lvl1pPr algn="l">
              <a:buNone/>
              <a:defRPr sz="1350" b="1" i="0">
                <a:solidFill>
                  <a:srgbClr val="FFFFFF"/>
                </a:solidFill>
                <a:latin typeface="Arial"/>
                <a:ea typeface="Arial"/>
                <a:cs typeface="Arial"/>
              </a:defRPr>
            </a:lvl1pPr>
            <a:lvl2pPr algn="l">
              <a:buNone/>
              <a:defRPr sz="1350" b="1" i="0">
                <a:solidFill>
                  <a:srgbClr val="FFFFFF"/>
                </a:solidFill>
                <a:latin typeface="Arial"/>
                <a:ea typeface="Arial"/>
                <a:cs typeface="Arial"/>
              </a:defRPr>
            </a:lvl2pPr>
            <a:lvl3pPr algn="l">
              <a:buNone/>
              <a:defRPr sz="1350" b="1" i="0">
                <a:solidFill>
                  <a:srgbClr val="FFFFFF"/>
                </a:solidFill>
                <a:latin typeface="Arial"/>
                <a:ea typeface="Arial"/>
                <a:cs typeface="Arial"/>
              </a:defRPr>
            </a:lvl3pPr>
            <a:lvl4pPr algn="l">
              <a:buNone/>
              <a:defRPr sz="1350" b="1" i="0">
                <a:solidFill>
                  <a:srgbClr val="FFFFFF"/>
                </a:solidFill>
                <a:latin typeface="Arial"/>
                <a:ea typeface="Arial"/>
                <a:cs typeface="Arial"/>
              </a:defRPr>
            </a:lvl4pPr>
            <a:lvl5pPr algn="l">
              <a:buNone/>
              <a:defRPr sz="1350" b="1" i="0">
                <a:solidFill>
                  <a:srgbClr val="FFFFFF"/>
                </a:solidFill>
                <a:latin typeface="Arial"/>
                <a:ea typeface="Arial"/>
                <a:cs typeface="Arial"/>
              </a:defRPr>
            </a:lvl5pPr>
            <a:lvl6pPr algn="l">
              <a:buNone/>
              <a:defRPr sz="1350" b="1" i="0">
                <a:solidFill>
                  <a:srgbClr val="FFFFFF"/>
                </a:solidFill>
                <a:latin typeface="Arial"/>
                <a:ea typeface="Arial"/>
                <a:cs typeface="Arial"/>
              </a:defRPr>
            </a:lvl6pPr>
            <a:lvl7pPr algn="l">
              <a:buNone/>
              <a:defRPr sz="1350" b="1" i="0">
                <a:solidFill>
                  <a:srgbClr val="FFFFFF"/>
                </a:solidFill>
                <a:latin typeface="Arial"/>
                <a:ea typeface="Arial"/>
                <a:cs typeface="Arial"/>
              </a:defRPr>
            </a:lvl7pPr>
            <a:lvl8pPr algn="l">
              <a:buNone/>
              <a:defRPr sz="1350" b="1" i="0">
                <a:solidFill>
                  <a:srgbClr val="FFFFFF"/>
                </a:solidFill>
                <a:latin typeface="Arial"/>
                <a:ea typeface="Arial"/>
                <a:cs typeface="Arial"/>
              </a:defRPr>
            </a:lvl8pPr>
            <a:lvl9pPr algn="l">
              <a:buNone/>
              <a:defRPr sz="1350" b="1" i="0">
                <a:solidFill>
                  <a:srgbClr val="FFFFFF"/>
                </a:solidFill>
                <a:latin typeface="Arial"/>
                <a:ea typeface="Arial"/>
                <a:cs typeface="Arial"/>
              </a:defRPr>
            </a:lvl9pPr>
          </a:lstStyle>
          <a:p xmlns:a="http://schemas.openxmlformats.org/drawingml/2006/main">
            <a:pPr algn="l">
              <a:buNone/>
              <a:defRPr sz="1350" b="1" i="0">
                <a:solidFill>
                  <a:srgbClr val="FFFFFF"/>
                </a:solidFill>
                <a:latin typeface="Arial"/>
                <a:ea typeface="Arial"/>
                <a:cs typeface="Arial"/>
              </a:defRPr>
            </a:pPr>
            <a:r>
              <a:rPr sz="1350" b="1" i="0">
                <a:solidFill>
                  <a:srgbClr val="FFFFFF"/>
                </a:solidFill>
                <a:latin typeface="Arial"/>
                <a:ea typeface="Arial"/>
                <a:cs typeface="Arial"/>
              </a:rPr>
              <a:t>Four-presenter project briefing</a:t>
            </a:r>
          </a:p>
        </p:txBody>
      </p:sp>
      <p:sp>
        <p:nvSpPr>
          <p:cNvPr id="8" name="Rectangle 7">
            <a:extLst xmlns:a="http://schemas.openxmlformats.org/drawingml/2006/main">
              <a:ext uri="{FF2B5EF4-FFF2-40B4-BE49-F238E27FC236}">
                <a16:creationId xmlns:a16="http://schemas.microsoft.com/office/drawing/2014/main" id="{8B6F76C9-E558-420A-B712-8DA199C07E00}"/>
              </a:ext>
            </a:extLst>
          </p:cNvPr>
          <p:cNvSpPr>
            <a:spLocks xmlns:a="http://schemas.openxmlformats.org/drawingml/2006/main" noGrp="1"/>
          </p:cNvSpPr>
          <p:nvPr/>
        </p:nvSpPr>
        <p:spPr>
          <a:xfrm xmlns:a="http://schemas.openxmlformats.org/drawingml/2006/main">
            <a:off x="638175" y="49530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C8D6D0"/>
                </a:solidFill>
                <a:latin typeface="Arial"/>
                <a:ea typeface="Arial"/>
                <a:cs typeface="Arial"/>
              </a:defRPr>
            </a:defPPr>
            <a:lvl1pPr algn="l">
              <a:buNone/>
              <a:defRPr sz="1275" b="0" i="0">
                <a:solidFill>
                  <a:srgbClr val="C8D6D0"/>
                </a:solidFill>
                <a:latin typeface="Arial"/>
                <a:ea typeface="Arial"/>
                <a:cs typeface="Arial"/>
              </a:defRPr>
            </a:lvl1pPr>
            <a:lvl2pPr algn="l">
              <a:buNone/>
              <a:defRPr sz="1275" b="0" i="0">
                <a:solidFill>
                  <a:srgbClr val="C8D6D0"/>
                </a:solidFill>
                <a:latin typeface="Arial"/>
                <a:ea typeface="Arial"/>
                <a:cs typeface="Arial"/>
              </a:defRPr>
            </a:lvl2pPr>
            <a:lvl3pPr algn="l">
              <a:buNone/>
              <a:defRPr sz="1275" b="0" i="0">
                <a:solidFill>
                  <a:srgbClr val="C8D6D0"/>
                </a:solidFill>
                <a:latin typeface="Arial"/>
                <a:ea typeface="Arial"/>
                <a:cs typeface="Arial"/>
              </a:defRPr>
            </a:lvl3pPr>
            <a:lvl4pPr algn="l">
              <a:buNone/>
              <a:defRPr sz="1275" b="0" i="0">
                <a:solidFill>
                  <a:srgbClr val="C8D6D0"/>
                </a:solidFill>
                <a:latin typeface="Arial"/>
                <a:ea typeface="Arial"/>
                <a:cs typeface="Arial"/>
              </a:defRPr>
            </a:lvl4pPr>
            <a:lvl5pPr algn="l">
              <a:buNone/>
              <a:defRPr sz="1275" b="0" i="0">
                <a:solidFill>
                  <a:srgbClr val="C8D6D0"/>
                </a:solidFill>
                <a:latin typeface="Arial"/>
                <a:ea typeface="Arial"/>
                <a:cs typeface="Arial"/>
              </a:defRPr>
            </a:lvl5pPr>
            <a:lvl6pPr algn="l">
              <a:buNone/>
              <a:defRPr sz="1275" b="0" i="0">
                <a:solidFill>
                  <a:srgbClr val="C8D6D0"/>
                </a:solidFill>
                <a:latin typeface="Arial"/>
                <a:ea typeface="Arial"/>
                <a:cs typeface="Arial"/>
              </a:defRPr>
            </a:lvl6pPr>
            <a:lvl7pPr algn="l">
              <a:buNone/>
              <a:defRPr sz="1275" b="0" i="0">
                <a:solidFill>
                  <a:srgbClr val="C8D6D0"/>
                </a:solidFill>
                <a:latin typeface="Arial"/>
                <a:ea typeface="Arial"/>
                <a:cs typeface="Arial"/>
              </a:defRPr>
            </a:lvl7pPr>
            <a:lvl8pPr algn="l">
              <a:buNone/>
              <a:defRPr sz="1275" b="0" i="0">
                <a:solidFill>
                  <a:srgbClr val="C8D6D0"/>
                </a:solidFill>
                <a:latin typeface="Arial"/>
                <a:ea typeface="Arial"/>
                <a:cs typeface="Arial"/>
              </a:defRPr>
            </a:lvl8pPr>
            <a:lvl9pPr algn="l">
              <a:buNone/>
              <a:defRPr sz="1275" b="0" i="0">
                <a:solidFill>
                  <a:srgbClr val="C8D6D0"/>
                </a:solidFill>
                <a:latin typeface="Arial"/>
                <a:ea typeface="Arial"/>
                <a:cs typeface="Arial"/>
              </a:defRPr>
            </a:lvl9pPr>
          </a:lstStyle>
          <a:p xmlns:a="http://schemas.openxmlformats.org/drawingml/2006/main">
            <a:pPr algn="l">
              <a:buNone/>
              <a:defRPr sz="1275" b="0" i="0">
                <a:solidFill>
                  <a:srgbClr val="C8D6D0"/>
                </a:solidFill>
                <a:latin typeface="Arial"/>
                <a:ea typeface="Arial"/>
                <a:cs typeface="Arial"/>
              </a:defRPr>
            </a:pPr>
            <a:r>
              <a:t>Kushagra </a:t>
            </a:r>
            <a:r>
              <a:t>Srivastrava</a:t>
            </a:r>
            <a:r>
              <a:t> , Hardik Tyagi</a:t>
            </a:r>
          </a:p>
          <a:p xmlns:a="http://schemas.openxmlformats.org/drawingml/2006/main">
            <a:pPr algn="l">
              <a:buNone/>
              <a:defRPr sz="1275" b="0" i="0">
                <a:solidFill>
                  <a:srgbClr val="C8D6D0"/>
                </a:solidFill>
                <a:latin typeface="Arial"/>
                <a:ea typeface="Arial"/>
                <a:cs typeface="Arial"/>
              </a:defRPr>
            </a:pPr>
            <a:r>
              <a:t>Ram , </a:t>
            </a:r>
            <a:r>
              <a:t>Kritharith</a:t>
            </a:r>
            <a:r>
              <a:t> Shankar</a:t>
            </a:r>
            <a:endParaRPr sz="1275" b="0" i="0">
              <a:solidFill>
                <a:srgbClr val="C8D6D0"/>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D46DD562-1984-42DA-B861-44D6358B2E13}"/>
              </a:ext>
            </a:extLst>
          </p:cNvPr>
          <p:cNvSpPr>
            <a:spLocks xmlns:a="http://schemas.openxmlformats.org/drawingml/2006/main" noGrp="1"/>
          </p:cNvSpPr>
          <p:nvPr/>
        </p:nvSpPr>
        <p:spPr>
          <a:xfrm xmlns:a="http://schemas.openxmlformats.org/drawingml/2006/main">
            <a:off x="10287000" y="64770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7452672-FD15-4004-B5A8-C17AA7C7BD6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CCFFD3-3113-48B5-BF66-479BCF8AB4F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D33D7AA2-8126-48E7-8C91-822F68501A8B}"/>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BIOLOGICAL DEFINITION</a:t>
            </a:r>
          </a:p>
        </p:txBody>
      </p:sp>
      <p:sp>
        <p:nvSpPr>
          <p:cNvPr id="4" name="">
            <a:extLst xmlns:a="http://schemas.openxmlformats.org/drawingml/2006/main">
              <a:ext uri="{FF2B5EF4-FFF2-40B4-BE49-F238E27FC236}">
                <a16:creationId xmlns:a16="http://schemas.microsoft.com/office/drawing/2014/main" id="{18DCA0A8-354C-4AD7-BCC8-DF1B7705870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Chichili, Kumar &amp; Sivaraman · Protein Science 22 (2013) 153–167 · doi:10.1002/pro.2206</a:t>
            </a:r>
          </a:p>
        </p:txBody>
      </p:sp>
      <p:sp>
        <p:nvSpPr>
          <p:cNvPr id="5" name="">
            <a:extLst xmlns:a="http://schemas.openxmlformats.org/drawingml/2006/main">
              <a:ext uri="{FF2B5EF4-FFF2-40B4-BE49-F238E27FC236}">
                <a16:creationId xmlns:a16="http://schemas.microsoft.com/office/drawing/2014/main" id="{B66C4BAA-E611-43EA-B807-12E29F23AC2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02</a:t>
            </a:r>
          </a:p>
        </p:txBody>
      </p:sp>
      <p:sp>
        <p:nvSpPr>
          <p:cNvPr id="6" name="">
            <a:extLst xmlns:a="http://schemas.openxmlformats.org/drawingml/2006/main">
              <a:ext uri="{FF2B5EF4-FFF2-40B4-BE49-F238E27FC236}">
                <a16:creationId xmlns:a16="http://schemas.microsoft.com/office/drawing/2014/main" id="{9A283EE3-667B-4BD3-A3C9-420D4E3A481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is a protein linker?</a:t>
            </a:r>
          </a:p>
        </p:txBody>
      </p:sp>
      <p:sp>
        <p:nvSpPr>
          <p:cNvPr id="7" name="">
            <a:extLst xmlns:a="http://schemas.openxmlformats.org/drawingml/2006/main">
              <a:ext uri="{FF2B5EF4-FFF2-40B4-BE49-F238E27FC236}">
                <a16:creationId xmlns:a16="http://schemas.microsoft.com/office/drawing/2014/main" id="{8096CBF3-AD01-4DE3-8E41-66B344AD856A}"/>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short peptide segment between domains that influences their separation, relative motion, and opportunity to interact</a:t>
            </a:r>
          </a:p>
        </p:txBody>
      </p:sp>
      <p:sp>
        <p:nvSpPr>
          <p:cNvPr id="8" name="">
            <a:extLst xmlns:a="http://schemas.openxmlformats.org/drawingml/2006/main">
              <a:ext uri="{FF2B5EF4-FFF2-40B4-BE49-F238E27FC236}">
                <a16:creationId xmlns:a16="http://schemas.microsoft.com/office/drawing/2014/main" id="{AA55AFE6-F4F2-4666-B3E0-A412012997F6}"/>
              </a:ext>
            </a:extLst>
          </p:cNvPr>
          <p:cNvSpPr>
            <a:spLocks xmlns:a="http://schemas.openxmlformats.org/drawingml/2006/main" noGrp="1"/>
          </p:cNvSpPr>
          <p:nvPr/>
        </p:nvSpPr>
        <p:spPr>
          <a:xfrm xmlns:a="http://schemas.openxmlformats.org/drawingml/2006/main">
            <a:off x="514350" y="1657350"/>
            <a:ext cx="11163300" cy="876300"/>
          </a:xfrm>
          <a:prstGeom xmlns:a="http://schemas.openxmlformats.org/drawingml/2006/main" prst="roundRect">
            <a:avLst>
              <a:gd name="adj" fmla="val 8696"/>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236E2C53-EEF0-4714-9A42-A111F514C67D}"/>
              </a:ext>
            </a:extLst>
          </p:cNvPr>
          <p:cNvSpPr>
            <a:spLocks xmlns:a="http://schemas.openxmlformats.org/drawingml/2006/main" noGrp="1"/>
          </p:cNvSpPr>
          <p:nvPr/>
        </p:nvSpPr>
        <p:spPr>
          <a:xfrm xmlns:a="http://schemas.openxmlformats.org/drawingml/2006/main">
            <a:off x="742950" y="1828800"/>
            <a:ext cx="2143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THE REVIEW'S DEFINITION</a:t>
            </a:r>
          </a:p>
        </p:txBody>
      </p:sp>
      <p:sp>
        <p:nvSpPr>
          <p:cNvPr id="10" name="">
            <a:extLst xmlns:a="http://schemas.openxmlformats.org/drawingml/2006/main">
              <a:ext uri="{FF2B5EF4-FFF2-40B4-BE49-F238E27FC236}">
                <a16:creationId xmlns:a16="http://schemas.microsoft.com/office/drawing/2014/main" id="{01B36393-B568-4851-BF0F-06892331477D}"/>
              </a:ext>
            </a:extLst>
          </p:cNvPr>
          <p:cNvSpPr>
            <a:spLocks xmlns:a="http://schemas.openxmlformats.org/drawingml/2006/main" noGrp="1"/>
          </p:cNvSpPr>
          <p:nvPr/>
        </p:nvSpPr>
        <p:spPr>
          <a:xfrm xmlns:a="http://schemas.openxmlformats.org/drawingml/2006/main">
            <a:off x="2905125" y="1781175"/>
            <a:ext cx="84582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750"/>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“Linkers or spacers are short amino acid sequences created in nature to separate multiple domains in a single protein.”</a:t>
            </a:r>
          </a:p>
        </p:txBody>
      </p:sp>
      <p:sp>
        <p:nvSpPr>
          <p:cNvPr id="11" name="">
            <a:extLst xmlns:a="http://schemas.openxmlformats.org/drawingml/2006/main">
              <a:ext uri="{FF2B5EF4-FFF2-40B4-BE49-F238E27FC236}">
                <a16:creationId xmlns:a16="http://schemas.microsoft.com/office/drawing/2014/main" id="{CE033AD0-9BEE-4BF0-95F7-DA55E06B8CDC}"/>
              </a:ext>
            </a:extLst>
          </p:cNvPr>
          <p:cNvSpPr>
            <a:spLocks xmlns:a="http://schemas.openxmlformats.org/drawingml/2006/main" noGrp="1"/>
          </p:cNvSpPr>
          <p:nvPr/>
        </p:nvSpPr>
        <p:spPr>
          <a:xfrm xmlns:a="http://schemas.openxmlformats.org/drawingml/2006/main">
            <a:off x="857250" y="2876550"/>
            <a:ext cx="2571750" cy="723900"/>
          </a:xfrm>
          <a:prstGeom xmlns:a="http://schemas.openxmlformats.org/drawingml/2006/main" prst="roundRect">
            <a:avLst>
              <a:gd name="adj" fmla="val 10526"/>
            </a:avLst>
          </a:prstGeom>
          <a:solidFill xmlns:a="http://schemas.openxmlformats.org/drawingml/2006/main">
            <a:srgbClr val="173A4A"/>
          </a:solidFill>
          <a:ln xmlns:a="http://schemas.openxmlformats.org/drawingml/2006/main" w="9525">
            <a:solidFill>
              <a:srgbClr val="4E9BEC"/>
            </a:solidFill>
            <a:prstDash val="solid"/>
          </a:ln>
        </p:spPr>
      </p:sp>
      <p:sp>
        <p:nvSpPr>
          <p:cNvPr id="12" name="">
            <a:extLst xmlns:a="http://schemas.openxmlformats.org/drawingml/2006/main">
              <a:ext uri="{FF2B5EF4-FFF2-40B4-BE49-F238E27FC236}">
                <a16:creationId xmlns:a16="http://schemas.microsoft.com/office/drawing/2014/main" id="{7C1B5B69-87A9-4BDC-8B8E-1C4DF857497C}"/>
              </a:ext>
            </a:extLst>
          </p:cNvPr>
          <p:cNvSpPr>
            <a:spLocks xmlns:a="http://schemas.openxmlformats.org/drawingml/2006/main" noGrp="1"/>
          </p:cNvSpPr>
          <p:nvPr/>
        </p:nvSpPr>
        <p:spPr>
          <a:xfrm xmlns:a="http://schemas.openxmlformats.org/drawingml/2006/main">
            <a:off x="85725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A</a:t>
            </a:r>
          </a:p>
        </p:txBody>
      </p:sp>
      <p:sp>
        <p:nvSpPr>
          <p:cNvPr id="13" name="">
            <a:extLst xmlns:a="http://schemas.openxmlformats.org/drawingml/2006/main">
              <a:ext uri="{FF2B5EF4-FFF2-40B4-BE49-F238E27FC236}">
                <a16:creationId xmlns:a16="http://schemas.microsoft.com/office/drawing/2014/main" id="{7C45FCE2-DA54-4F66-8661-C51223C33B36}"/>
              </a:ext>
            </a:extLst>
          </p:cNvPr>
          <p:cNvSpPr>
            <a:spLocks xmlns:a="http://schemas.openxmlformats.org/drawingml/2006/main" noGrp="1"/>
          </p:cNvSpPr>
          <p:nvPr/>
        </p:nvSpPr>
        <p:spPr>
          <a:xfrm xmlns:a="http://schemas.openxmlformats.org/drawingml/2006/main">
            <a:off x="342900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4" name="">
            <a:extLst xmlns:a="http://schemas.openxmlformats.org/drawingml/2006/main">
              <a:ext uri="{FF2B5EF4-FFF2-40B4-BE49-F238E27FC236}">
                <a16:creationId xmlns:a16="http://schemas.microsoft.com/office/drawing/2014/main" id="{CF6144C3-1819-42F4-8C6C-88D5D870D57F}"/>
              </a:ext>
            </a:extLst>
          </p:cNvPr>
          <p:cNvSpPr>
            <a:spLocks xmlns:a="http://schemas.openxmlformats.org/drawingml/2006/main" noGrp="1"/>
          </p:cNvSpPr>
          <p:nvPr/>
        </p:nvSpPr>
        <p:spPr>
          <a:xfrm xmlns:a="http://schemas.openxmlformats.org/drawingml/2006/main">
            <a:off x="4476750" y="2876550"/>
            <a:ext cx="3238500" cy="723900"/>
          </a:xfrm>
          <a:prstGeom xmlns:a="http://schemas.openxmlformats.org/drawingml/2006/main" prst="roundRect">
            <a:avLst>
              <a:gd name="adj" fmla="val 10526"/>
            </a:avLst>
          </a:prstGeom>
          <a:solidFill xmlns:a="http://schemas.openxmlformats.org/drawingml/2006/main">
            <a:srgbClr val="4B173C"/>
          </a:solidFill>
          <a:ln xmlns:a="http://schemas.openxmlformats.org/drawingml/2006/main" w="9525">
            <a:solidFill>
              <a:srgbClr val="E84AAB"/>
            </a:solidFill>
            <a:prstDash val="solid"/>
          </a:ln>
        </p:spPr>
      </p:sp>
      <p:sp>
        <p:nvSpPr>
          <p:cNvPr id="15" name="">
            <a:extLst xmlns:a="http://schemas.openxmlformats.org/drawingml/2006/main">
              <a:ext uri="{FF2B5EF4-FFF2-40B4-BE49-F238E27FC236}">
                <a16:creationId xmlns:a16="http://schemas.microsoft.com/office/drawing/2014/main" id="{E0C0C77B-B879-4088-A841-6D44E7CB8E73}"/>
              </a:ext>
            </a:extLst>
          </p:cNvPr>
          <p:cNvSpPr>
            <a:spLocks xmlns:a="http://schemas.openxmlformats.org/drawingml/2006/main" noGrp="1"/>
          </p:cNvSpPr>
          <p:nvPr/>
        </p:nvSpPr>
        <p:spPr>
          <a:xfrm xmlns:a="http://schemas.openxmlformats.org/drawingml/2006/main">
            <a:off x="4476750" y="3038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1350" b="1" i="0">
                <a:solidFill>
                  <a:srgbClr val="FFFFFF"/>
                </a:solidFill>
                <a:latin typeface="Arial"/>
                <a:ea typeface="Arial"/>
                <a:cs typeface="Arial"/>
              </a:defRPr>
            </a:defPPr>
            <a:lvl1pPr algn="ctr">
              <a:defRPr sz="1350" b="1" i="0">
                <a:solidFill>
                  <a:srgbClr val="FFFFFF"/>
                </a:solidFill>
                <a:latin typeface="Arial"/>
                <a:ea typeface="Arial"/>
                <a:cs typeface="Arial"/>
              </a:defRPr>
            </a:lvl1pPr>
            <a:lvl2pPr algn="ctr">
              <a:defRPr sz="1350" b="1" i="0">
                <a:solidFill>
                  <a:srgbClr val="FFFFFF"/>
                </a:solidFill>
                <a:latin typeface="Arial"/>
                <a:ea typeface="Arial"/>
                <a:cs typeface="Arial"/>
              </a:defRPr>
            </a:lvl2pPr>
            <a:lvl3pPr algn="ctr">
              <a:defRPr sz="1350" b="1" i="0">
                <a:solidFill>
                  <a:srgbClr val="FFFFFF"/>
                </a:solidFill>
                <a:latin typeface="Arial"/>
                <a:ea typeface="Arial"/>
                <a:cs typeface="Arial"/>
              </a:defRPr>
            </a:lvl3pPr>
            <a:lvl4pPr algn="ctr">
              <a:defRPr sz="1350" b="1" i="0">
                <a:solidFill>
                  <a:srgbClr val="FFFFFF"/>
                </a:solidFill>
                <a:latin typeface="Arial"/>
                <a:ea typeface="Arial"/>
                <a:cs typeface="Arial"/>
              </a:defRPr>
            </a:lvl4pPr>
            <a:lvl5pPr algn="ctr">
              <a:defRPr sz="1350" b="1" i="0">
                <a:solidFill>
                  <a:srgbClr val="FFFFFF"/>
                </a:solidFill>
                <a:latin typeface="Arial"/>
                <a:ea typeface="Arial"/>
                <a:cs typeface="Arial"/>
              </a:defRPr>
            </a:lvl5pPr>
            <a:lvl6pPr algn="ctr">
              <a:defRPr sz="1350" b="1" i="0">
                <a:solidFill>
                  <a:srgbClr val="FFFFFF"/>
                </a:solidFill>
                <a:latin typeface="Arial"/>
                <a:ea typeface="Arial"/>
                <a:cs typeface="Arial"/>
              </a:defRPr>
            </a:lvl6pPr>
            <a:lvl7pPr algn="ctr">
              <a:defRPr sz="1350" b="1" i="0">
                <a:solidFill>
                  <a:srgbClr val="FFFFFF"/>
                </a:solidFill>
                <a:latin typeface="Arial"/>
                <a:ea typeface="Arial"/>
                <a:cs typeface="Arial"/>
              </a:defRPr>
            </a:lvl7pPr>
            <a:lvl8pPr algn="ctr">
              <a:defRPr sz="1350" b="1" i="0">
                <a:solidFill>
                  <a:srgbClr val="FFFFFF"/>
                </a:solidFill>
                <a:latin typeface="Arial"/>
                <a:ea typeface="Arial"/>
                <a:cs typeface="Arial"/>
              </a:defRPr>
            </a:lvl8pPr>
            <a:lvl9pPr algn="ctr">
              <a:defRPr sz="1350" b="1" i="0">
                <a:solidFill>
                  <a:srgbClr val="FFFFFF"/>
                </a:solidFill>
                <a:latin typeface="Arial"/>
                <a:ea typeface="Arial"/>
                <a:cs typeface="Arial"/>
              </a:defRPr>
            </a:lvl9pPr>
          </a:lstStyle>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LINKER SEQUENCE</a:t>
            </a:r>
          </a:p>
        </p:txBody>
      </p:sp>
      <p:sp>
        <p:nvSpPr>
          <p:cNvPr id="16" name="">
            <a:extLst xmlns:a="http://schemas.openxmlformats.org/drawingml/2006/main">
              <a:ext uri="{FF2B5EF4-FFF2-40B4-BE49-F238E27FC236}">
                <a16:creationId xmlns:a16="http://schemas.microsoft.com/office/drawing/2014/main" id="{2AA7EFC4-7384-47FF-A116-601AA38BA85F}"/>
              </a:ext>
            </a:extLst>
          </p:cNvPr>
          <p:cNvSpPr>
            <a:spLocks xmlns:a="http://schemas.openxmlformats.org/drawingml/2006/main" noGrp="1"/>
          </p:cNvSpPr>
          <p:nvPr/>
        </p:nvSpPr>
        <p:spPr>
          <a:xfrm xmlns:a="http://schemas.openxmlformats.org/drawingml/2006/main">
            <a:off x="4476750" y="32861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ctr">
              <a:defRPr sz="900" b="0" i="0">
                <a:solidFill>
                  <a:srgbClr val="F5CBE8"/>
                </a:solidFill>
                <a:latin typeface="Arial"/>
                <a:ea typeface="Arial"/>
                <a:cs typeface="Arial"/>
              </a:defRPr>
            </a:defPPr>
            <a:lvl1pPr algn="ctr">
              <a:defRPr sz="900" b="0" i="0">
                <a:solidFill>
                  <a:srgbClr val="F5CBE8"/>
                </a:solidFill>
                <a:latin typeface="Arial"/>
                <a:ea typeface="Arial"/>
                <a:cs typeface="Arial"/>
              </a:defRPr>
            </a:lvl1pPr>
            <a:lvl2pPr algn="ctr">
              <a:defRPr sz="900" b="0" i="0">
                <a:solidFill>
                  <a:srgbClr val="F5CBE8"/>
                </a:solidFill>
                <a:latin typeface="Arial"/>
                <a:ea typeface="Arial"/>
                <a:cs typeface="Arial"/>
              </a:defRPr>
            </a:lvl2pPr>
            <a:lvl3pPr algn="ctr">
              <a:defRPr sz="900" b="0" i="0">
                <a:solidFill>
                  <a:srgbClr val="F5CBE8"/>
                </a:solidFill>
                <a:latin typeface="Arial"/>
                <a:ea typeface="Arial"/>
                <a:cs typeface="Arial"/>
              </a:defRPr>
            </a:lvl3pPr>
            <a:lvl4pPr algn="ctr">
              <a:defRPr sz="900" b="0" i="0">
                <a:solidFill>
                  <a:srgbClr val="F5CBE8"/>
                </a:solidFill>
                <a:latin typeface="Arial"/>
                <a:ea typeface="Arial"/>
                <a:cs typeface="Arial"/>
              </a:defRPr>
            </a:lvl4pPr>
            <a:lvl5pPr algn="ctr">
              <a:defRPr sz="900" b="0" i="0">
                <a:solidFill>
                  <a:srgbClr val="F5CBE8"/>
                </a:solidFill>
                <a:latin typeface="Arial"/>
                <a:ea typeface="Arial"/>
                <a:cs typeface="Arial"/>
              </a:defRPr>
            </a:lvl5pPr>
            <a:lvl6pPr algn="ctr">
              <a:defRPr sz="900" b="0" i="0">
                <a:solidFill>
                  <a:srgbClr val="F5CBE8"/>
                </a:solidFill>
                <a:latin typeface="Arial"/>
                <a:ea typeface="Arial"/>
                <a:cs typeface="Arial"/>
              </a:defRPr>
            </a:lvl6pPr>
            <a:lvl7pPr algn="ctr">
              <a:defRPr sz="900" b="0" i="0">
                <a:solidFill>
                  <a:srgbClr val="F5CBE8"/>
                </a:solidFill>
                <a:latin typeface="Arial"/>
                <a:ea typeface="Arial"/>
                <a:cs typeface="Arial"/>
              </a:defRPr>
            </a:lvl7pPr>
            <a:lvl8pPr algn="ctr">
              <a:defRPr sz="900" b="0" i="0">
                <a:solidFill>
                  <a:srgbClr val="F5CBE8"/>
                </a:solidFill>
                <a:latin typeface="Arial"/>
                <a:ea typeface="Arial"/>
                <a:cs typeface="Arial"/>
              </a:defRPr>
            </a:lvl8pPr>
            <a:lvl9pPr algn="ctr">
              <a:defRPr sz="900" b="0" i="0">
                <a:solidFill>
                  <a:srgbClr val="F5CBE8"/>
                </a:solidFill>
                <a:latin typeface="Arial"/>
                <a:ea typeface="Arial"/>
                <a:cs typeface="Arial"/>
              </a:defRPr>
            </a:lvl9pPr>
          </a:lstStyle>
          <a:p xmlns:a="http://schemas.openxmlformats.org/drawingml/2006/main">
            <a:pPr algn="ctr">
              <a:defRPr sz="900" b="0" i="0">
                <a:solidFill>
                  <a:srgbClr val="F5CBE8"/>
                </a:solidFill>
                <a:latin typeface="Arial"/>
                <a:ea typeface="Arial"/>
                <a:cs typeface="Arial"/>
              </a:defRPr>
            </a:pPr>
            <a:r>
              <a:rPr sz="900" b="0" i="0">
                <a:solidFill>
                  <a:srgbClr val="F5CBE8"/>
                </a:solidFill>
                <a:latin typeface="Arial"/>
                <a:ea typeface="Arial"/>
                <a:cs typeface="Arial"/>
              </a:rPr>
              <a:t>length + composition shape its behavior</a:t>
            </a:r>
          </a:p>
        </p:txBody>
      </p:sp>
      <p:sp>
        <p:nvSpPr>
          <p:cNvPr id="17" name="">
            <a:extLst xmlns:a="http://schemas.openxmlformats.org/drawingml/2006/main">
              <a:ext uri="{FF2B5EF4-FFF2-40B4-BE49-F238E27FC236}">
                <a16:creationId xmlns:a16="http://schemas.microsoft.com/office/drawing/2014/main" id="{96064062-0B86-4F41-AE8F-FD7E78BE7C97}"/>
              </a:ext>
            </a:extLst>
          </p:cNvPr>
          <p:cNvSpPr>
            <a:spLocks xmlns:a="http://schemas.openxmlformats.org/drawingml/2006/main" noGrp="1"/>
          </p:cNvSpPr>
          <p:nvPr/>
        </p:nvSpPr>
        <p:spPr>
          <a:xfrm xmlns:a="http://schemas.openxmlformats.org/drawingml/2006/main">
            <a:off x="771525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8" name="">
            <a:extLst xmlns:a="http://schemas.openxmlformats.org/drawingml/2006/main">
              <a:ext uri="{FF2B5EF4-FFF2-40B4-BE49-F238E27FC236}">
                <a16:creationId xmlns:a16="http://schemas.microsoft.com/office/drawing/2014/main" id="{48F6A946-796D-401E-9224-C7B704354891}"/>
              </a:ext>
            </a:extLst>
          </p:cNvPr>
          <p:cNvSpPr>
            <a:spLocks xmlns:a="http://schemas.openxmlformats.org/drawingml/2006/main" noGrp="1"/>
          </p:cNvSpPr>
          <p:nvPr/>
        </p:nvSpPr>
        <p:spPr>
          <a:xfrm xmlns:a="http://schemas.openxmlformats.org/drawingml/2006/main">
            <a:off x="8763000" y="2876550"/>
            <a:ext cx="2571750" cy="723900"/>
          </a:xfrm>
          <a:prstGeom xmlns:a="http://schemas.openxmlformats.org/drawingml/2006/main" prst="roundRect">
            <a:avLst>
              <a:gd name="adj" fmla="val 10526"/>
            </a:avLst>
          </a:prstGeom>
          <a:solidFill xmlns:a="http://schemas.openxmlformats.org/drawingml/2006/main">
            <a:srgbClr val="4A251E"/>
          </a:solidFill>
          <a:ln xmlns:a="http://schemas.openxmlformats.org/drawingml/2006/main" w="9525">
            <a:solidFill>
              <a:srgbClr val="E46760"/>
            </a:solidFill>
            <a:prstDash val="solid"/>
          </a:ln>
        </p:spPr>
      </p:sp>
      <p:sp>
        <p:nvSpPr>
          <p:cNvPr id="19" name="">
            <a:extLst xmlns:a="http://schemas.openxmlformats.org/drawingml/2006/main">
              <a:ext uri="{FF2B5EF4-FFF2-40B4-BE49-F238E27FC236}">
                <a16:creationId xmlns:a16="http://schemas.microsoft.com/office/drawing/2014/main" id="{B2583E18-E933-4FB3-8950-AD28D12DCB9E}"/>
              </a:ext>
            </a:extLst>
          </p:cNvPr>
          <p:cNvSpPr>
            <a:spLocks xmlns:a="http://schemas.openxmlformats.org/drawingml/2006/main" noGrp="1"/>
          </p:cNvSpPr>
          <p:nvPr/>
        </p:nvSpPr>
        <p:spPr>
          <a:xfrm xmlns:a="http://schemas.openxmlformats.org/drawingml/2006/main">
            <a:off x="876300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B</a:t>
            </a:r>
          </a:p>
        </p:txBody>
      </p:sp>
      <p:sp>
        <p:nvSpPr>
          <p:cNvPr id="20" name="">
            <a:extLst xmlns:a="http://schemas.openxmlformats.org/drawingml/2006/main">
              <a:ext uri="{FF2B5EF4-FFF2-40B4-BE49-F238E27FC236}">
                <a16:creationId xmlns:a16="http://schemas.microsoft.com/office/drawing/2014/main" id="{2D7A6302-C188-4608-B567-4FC0888DA632}"/>
              </a:ext>
            </a:extLst>
          </p:cNvPr>
          <p:cNvSpPr>
            <a:spLocks xmlns:a="http://schemas.openxmlformats.org/drawingml/2006/main" noGrp="1"/>
          </p:cNvSpPr>
          <p:nvPr/>
        </p:nvSpPr>
        <p:spPr>
          <a:xfrm xmlns:a="http://schemas.openxmlformats.org/drawingml/2006/main">
            <a:off x="5143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167D89"/>
            </a:solidFill>
            <a:prstDash val="solid"/>
          </a:ln>
        </p:spPr>
      </p:sp>
      <p:sp>
        <p:nvSpPr>
          <p:cNvPr id="21" name="">
            <a:extLst xmlns:a="http://schemas.openxmlformats.org/drawingml/2006/main">
              <a:ext uri="{FF2B5EF4-FFF2-40B4-BE49-F238E27FC236}">
                <a16:creationId xmlns:a16="http://schemas.microsoft.com/office/drawing/2014/main" id="{24B6129A-407B-4728-9534-5A091664036D}"/>
              </a:ext>
            </a:extLst>
          </p:cNvPr>
          <p:cNvSpPr>
            <a:spLocks xmlns:a="http://schemas.openxmlformats.org/drawingml/2006/main" noGrp="1"/>
          </p:cNvSpPr>
          <p:nvPr/>
        </p:nvSpPr>
        <p:spPr>
          <a:xfrm xmlns:a="http://schemas.openxmlformats.org/drawingml/2006/main">
            <a:off x="7620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xmlns:a="http://schemas.openxmlformats.org/drawingml/2006/main">
            <a:pPr algn="l">
              <a:defRPr sz="1125" b="1" i="0">
                <a:solidFill>
                  <a:srgbClr val="3FC6D6"/>
                </a:solidFill>
                <a:latin typeface="Arial"/>
                <a:ea typeface="Arial"/>
                <a:cs typeface="Arial"/>
              </a:defRPr>
            </a:pPr>
            <a:r>
              <a:rPr sz="1125" b="1" i="0">
                <a:solidFill>
                  <a:srgbClr val="3FC6D6"/>
                </a:solidFill>
                <a:latin typeface="Arial"/>
                <a:ea typeface="Arial"/>
                <a:cs typeface="Arial"/>
              </a:rPr>
              <a:t>FLEXIBLE LINKERS</a:t>
            </a:r>
          </a:p>
        </p:txBody>
      </p:sp>
      <p:sp>
        <p:nvSpPr>
          <p:cNvPr id="22" name="">
            <a:extLst xmlns:a="http://schemas.openxmlformats.org/drawingml/2006/main">
              <a:ext uri="{FF2B5EF4-FFF2-40B4-BE49-F238E27FC236}">
                <a16:creationId xmlns:a16="http://schemas.microsoft.com/office/drawing/2014/main" id="{12F13B04-ACBB-4D1E-9B0D-B9F1EE7DA9F5}"/>
              </a:ext>
            </a:extLst>
          </p:cNvPr>
          <p:cNvSpPr>
            <a:spLocks xmlns:a="http://schemas.openxmlformats.org/drawingml/2006/main" noGrp="1"/>
          </p:cNvSpPr>
          <p:nvPr/>
        </p:nvSpPr>
        <p:spPr>
          <a:xfrm xmlns:a="http://schemas.openxmlformats.org/drawingml/2006/main">
            <a:off x="7620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93"/>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Often Gly-rich. They permit relative domain motion and can tether weak or transient partners while allowing each domain to retain its role.</a:t>
            </a:r>
          </a:p>
        </p:txBody>
      </p:sp>
      <p:sp>
        <p:nvSpPr>
          <p:cNvPr id="23" name="">
            <a:extLst xmlns:a="http://schemas.openxmlformats.org/drawingml/2006/main">
              <a:ext uri="{FF2B5EF4-FFF2-40B4-BE49-F238E27FC236}">
                <a16:creationId xmlns:a16="http://schemas.microsoft.com/office/drawing/2014/main" id="{7C8DA3F7-0AF9-4DBE-85BA-017316736E47}"/>
              </a:ext>
            </a:extLst>
          </p:cNvPr>
          <p:cNvSpPr>
            <a:spLocks xmlns:a="http://schemas.openxmlformats.org/drawingml/2006/main" noGrp="1"/>
          </p:cNvSpPr>
          <p:nvPr/>
        </p:nvSpPr>
        <p:spPr>
          <a:xfrm xmlns:a="http://schemas.openxmlformats.org/drawingml/2006/main">
            <a:off x="63436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F1C84B"/>
            </a:solidFill>
            <a:prstDash val="solid"/>
          </a:ln>
        </p:spPr>
      </p:sp>
      <p:sp>
        <p:nvSpPr>
          <p:cNvPr id="24" name="">
            <a:extLst xmlns:a="http://schemas.openxmlformats.org/drawingml/2006/main">
              <a:ext uri="{FF2B5EF4-FFF2-40B4-BE49-F238E27FC236}">
                <a16:creationId xmlns:a16="http://schemas.microsoft.com/office/drawing/2014/main" id="{AB061245-6DF3-461D-930A-84B5F0B54E79}"/>
              </a:ext>
            </a:extLst>
          </p:cNvPr>
          <p:cNvSpPr>
            <a:spLocks xmlns:a="http://schemas.openxmlformats.org/drawingml/2006/main" noGrp="1"/>
          </p:cNvSpPr>
          <p:nvPr/>
        </p:nvSpPr>
        <p:spPr>
          <a:xfrm xmlns:a="http://schemas.openxmlformats.org/drawingml/2006/main">
            <a:off x="65913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RIGID LINKERS</a:t>
            </a:r>
          </a:p>
        </p:txBody>
      </p:sp>
      <p:sp>
        <p:nvSpPr>
          <p:cNvPr id="25" name="">
            <a:extLst xmlns:a="http://schemas.openxmlformats.org/drawingml/2006/main">
              <a:ext uri="{FF2B5EF4-FFF2-40B4-BE49-F238E27FC236}">
                <a16:creationId xmlns:a16="http://schemas.microsoft.com/office/drawing/2014/main" id="{F4C2ADAA-1CA0-4216-AACD-4887386768D5}"/>
              </a:ext>
            </a:extLst>
          </p:cNvPr>
          <p:cNvSpPr>
            <a:spLocks xmlns:a="http://schemas.openxmlformats.org/drawingml/2006/main" noGrp="1"/>
          </p:cNvSpPr>
          <p:nvPr/>
        </p:nvSpPr>
        <p:spPr>
          <a:xfrm xmlns:a="http://schemas.openxmlformats.org/drawingml/2006/main">
            <a:off x="65913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They act as spacers that restrict unwanted domain contacts and can preserve a chosen separation or orientation.</a:t>
            </a:r>
          </a:p>
        </p:txBody>
      </p:sp>
      <p:sp>
        <p:nvSpPr>
          <p:cNvPr id="26" name="">
            <a:extLst xmlns:a="http://schemas.openxmlformats.org/drawingml/2006/main">
              <a:ext uri="{FF2B5EF4-FFF2-40B4-BE49-F238E27FC236}">
                <a16:creationId xmlns:a16="http://schemas.microsoft.com/office/drawing/2014/main" id="{627FC3D9-2DEB-46D6-ADDE-17C5E8F27EFF}"/>
              </a:ext>
            </a:extLst>
          </p:cNvPr>
          <p:cNvSpPr>
            <a:spLocks xmlns:a="http://schemas.openxmlformats.org/drawingml/2006/main" noGrp="1"/>
          </p:cNvSpPr>
          <p:nvPr/>
        </p:nvSpPr>
        <p:spPr>
          <a:xfrm xmlns:a="http://schemas.openxmlformats.org/drawingml/2006/main">
            <a:off x="514350" y="5572125"/>
            <a:ext cx="11163300" cy="628650"/>
          </a:xfrm>
          <a:prstGeom xmlns:a="http://schemas.openxmlformats.org/drawingml/2006/main" prst="roundRect">
            <a:avLst>
              <a:gd name="adj" fmla="val 1212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2BD11EF6-D099-40B4-9DCE-5D81248BAD5F}"/>
              </a:ext>
            </a:extLst>
          </p:cNvPr>
          <p:cNvSpPr>
            <a:spLocks xmlns:a="http://schemas.openxmlformats.org/drawingml/2006/main" noGrp="1"/>
          </p:cNvSpPr>
          <p:nvPr/>
        </p:nvSpPr>
        <p:spPr>
          <a:xfrm xmlns:a="http://schemas.openxmlformats.org/drawingml/2006/main">
            <a:off x="742950" y="57435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DESIGN CONSENSUS</a:t>
            </a:r>
          </a:p>
        </p:txBody>
      </p:sp>
      <p:sp>
        <p:nvSpPr>
          <p:cNvPr id="28" name="">
            <a:extLst xmlns:a="http://schemas.openxmlformats.org/drawingml/2006/main">
              <a:ext uri="{FF2B5EF4-FFF2-40B4-BE49-F238E27FC236}">
                <a16:creationId xmlns:a16="http://schemas.microsoft.com/office/drawing/2014/main" id="{9822AFDD-2372-4DE6-A1CC-B5D218ACB264}"/>
              </a:ext>
            </a:extLst>
          </p:cNvPr>
          <p:cNvSpPr>
            <a:spLocks xmlns:a="http://schemas.openxmlformats.org/drawingml/2006/main" noGrp="1"/>
          </p:cNvSpPr>
          <p:nvPr/>
        </p:nvSpPr>
        <p:spPr>
          <a:xfrm xmlns:a="http://schemas.openxmlformats.org/drawingml/2006/main">
            <a:off x="2571750" y="5667375"/>
            <a:ext cx="885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No universal linker fits every fusion. The review reports 2–31 residues, with 5–11 common in structural studies, and calls for case-specific optimization of length and composition.</a:t>
            </a:r>
          </a:p>
        </p:txBody>
      </p:sp>
    </p:spTree>
    <p:extLst>
      <p:ext uri="{BB962C8B-B14F-4D97-AF65-F5344CB8AC3E}">
        <p14:creationId xmlns:p14="http://schemas.microsoft.com/office/powerpoint/2010/main" val="177844852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883FACBE-B6E8-4149-AD37-A6B4D55B6A3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02D4F690-002D-4E26-87FC-EB9B0D20B8A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B3FC6CC-A33E-4654-AC52-D9D643960084}"/>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PROBLEM</a:t>
            </a:r>
          </a:p>
        </p:txBody>
      </p:sp>
      <p:sp>
        <p:nvSpPr>
          <p:cNvPr id="4" name="Rectangle 3">
            <a:extLst xmlns:a="http://schemas.openxmlformats.org/drawingml/2006/main">
              <a:ext uri="{FF2B5EF4-FFF2-40B4-BE49-F238E27FC236}">
                <a16:creationId xmlns:a16="http://schemas.microsoft.com/office/drawing/2014/main" id="{D814E881-F13F-48FD-BDEE-D4363A1DCD7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Chen, Zaro &amp; Shen, Adv Drug Deliv Rev (2013), DOI 10.1016/j.addr.2012.09.039</a:t>
            </a:r>
          </a:p>
        </p:txBody>
      </p:sp>
      <p:sp>
        <p:nvSpPr>
          <p:cNvPr id="5" name="Rectangle 4">
            <a:extLst xmlns:a="http://schemas.openxmlformats.org/drawingml/2006/main">
              <a:ext uri="{FF2B5EF4-FFF2-40B4-BE49-F238E27FC236}">
                <a16:creationId xmlns:a16="http://schemas.microsoft.com/office/drawing/2014/main" id="{1933EC6B-5FDD-4814-97CB-D6D6372B908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Rectangle 5">
            <a:extLst xmlns:a="http://schemas.openxmlformats.org/drawingml/2006/main">
              <a:ext uri="{FF2B5EF4-FFF2-40B4-BE49-F238E27FC236}">
                <a16:creationId xmlns:a16="http://schemas.microsoft.com/office/drawing/2014/main" id="{322D8915-8A09-4F50-8C44-8BD7B02D0F9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 choice changes the fusion construct</a:t>
            </a:r>
          </a:p>
        </p:txBody>
      </p:sp>
      <p:sp>
        <p:nvSpPr>
          <p:cNvPr id="7" name="Rectangle 6">
            <a:extLst xmlns:a="http://schemas.openxmlformats.org/drawingml/2006/main">
              <a:ext uri="{FF2B5EF4-FFF2-40B4-BE49-F238E27FC236}">
                <a16:creationId xmlns:a16="http://schemas.microsoft.com/office/drawing/2014/main" id="{AA29C8ED-6FF9-4742-97A3-C08F069AFB5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Sequence and length can influence folding, separation, stability, and function</a:t>
            </a:r>
          </a:p>
        </p:txBody>
      </p:sp>
      <p:sp>
        <p:nvSpPr>
          <p:cNvPr id="8" name="Rectangle 7">
            <a:extLst xmlns:a="http://schemas.openxmlformats.org/drawingml/2006/main">
              <a:ext uri="{FF2B5EF4-FFF2-40B4-BE49-F238E27FC236}">
                <a16:creationId xmlns:a16="http://schemas.microsoft.com/office/drawing/2014/main" id="{996F5E90-7985-4E75-A2B5-34E85D60EEA4}"/>
              </a:ext>
            </a:extLst>
          </p:cNvPr>
          <p:cNvSpPr>
            <a:spLocks xmlns:a="http://schemas.openxmlformats.org/drawingml/2006/main" noGrp="1"/>
          </p:cNvSpPr>
          <p:nvPr/>
        </p:nvSpPr>
        <p:spPr>
          <a:xfrm xmlns:a="http://schemas.openxmlformats.org/drawingml/2006/main">
            <a:off x="8953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4E9BEC"/>
                </a:solidFill>
                <a:latin typeface="Arial"/>
                <a:ea typeface="Arial"/>
                <a:cs typeface="Arial"/>
              </a:defRPr>
            </a:defPPr>
            <a:lvl1pPr algn="ctr">
              <a:buNone/>
              <a:defRPr sz="1425" b="1" i="0">
                <a:solidFill>
                  <a:srgbClr val="4E9BEC"/>
                </a:solidFill>
                <a:latin typeface="Arial"/>
                <a:ea typeface="Arial"/>
                <a:cs typeface="Arial"/>
              </a:defRPr>
            </a:lvl1pPr>
            <a:lvl2pPr algn="ctr">
              <a:buNone/>
              <a:defRPr sz="1425" b="1" i="0">
                <a:solidFill>
                  <a:srgbClr val="4E9BEC"/>
                </a:solidFill>
                <a:latin typeface="Arial"/>
                <a:ea typeface="Arial"/>
                <a:cs typeface="Arial"/>
              </a:defRPr>
            </a:lvl2pPr>
            <a:lvl3pPr algn="ctr">
              <a:buNone/>
              <a:defRPr sz="1425" b="1" i="0">
                <a:solidFill>
                  <a:srgbClr val="4E9BEC"/>
                </a:solidFill>
                <a:latin typeface="Arial"/>
                <a:ea typeface="Arial"/>
                <a:cs typeface="Arial"/>
              </a:defRPr>
            </a:lvl3pPr>
            <a:lvl4pPr algn="ctr">
              <a:buNone/>
              <a:defRPr sz="1425" b="1" i="0">
                <a:solidFill>
                  <a:srgbClr val="4E9BEC"/>
                </a:solidFill>
                <a:latin typeface="Arial"/>
                <a:ea typeface="Arial"/>
                <a:cs typeface="Arial"/>
              </a:defRPr>
            </a:lvl4pPr>
            <a:lvl5pPr algn="ctr">
              <a:buNone/>
              <a:defRPr sz="1425" b="1" i="0">
                <a:solidFill>
                  <a:srgbClr val="4E9BEC"/>
                </a:solidFill>
                <a:latin typeface="Arial"/>
                <a:ea typeface="Arial"/>
                <a:cs typeface="Arial"/>
              </a:defRPr>
            </a:lvl5pPr>
            <a:lvl6pPr algn="ctr">
              <a:buNone/>
              <a:defRPr sz="1425" b="1" i="0">
                <a:solidFill>
                  <a:srgbClr val="4E9BEC"/>
                </a:solidFill>
                <a:latin typeface="Arial"/>
                <a:ea typeface="Arial"/>
                <a:cs typeface="Arial"/>
              </a:defRPr>
            </a:lvl6pPr>
            <a:lvl7pPr algn="ctr">
              <a:buNone/>
              <a:defRPr sz="1425" b="1" i="0">
                <a:solidFill>
                  <a:srgbClr val="4E9BEC"/>
                </a:solidFill>
                <a:latin typeface="Arial"/>
                <a:ea typeface="Arial"/>
                <a:cs typeface="Arial"/>
              </a:defRPr>
            </a:lvl7pPr>
            <a:lvl8pPr algn="ctr">
              <a:buNone/>
              <a:defRPr sz="1425" b="1" i="0">
                <a:solidFill>
                  <a:srgbClr val="4E9BEC"/>
                </a:solidFill>
                <a:latin typeface="Arial"/>
                <a:ea typeface="Arial"/>
                <a:cs typeface="Arial"/>
              </a:defRPr>
            </a:lvl8pPr>
            <a:lvl9pPr algn="ctr">
              <a:buNone/>
              <a:defRPr sz="1425" b="1" i="0">
                <a:solidFill>
                  <a:srgbClr val="4E9BEC"/>
                </a:solidFill>
                <a:latin typeface="Arial"/>
                <a:ea typeface="Arial"/>
                <a:cs typeface="Arial"/>
              </a:defRPr>
            </a:lvl9pPr>
          </a:lstStyle>
          <a:p xmlns:a="http://schemas.openxmlformats.org/drawingml/2006/main">
            <a:pPr algn="ctr">
              <a:buNone/>
              <a:defRPr sz="1425" b="1" i="0">
                <a:solidFill>
                  <a:srgbClr val="4E9BEC"/>
                </a:solidFill>
                <a:latin typeface="Arial"/>
                <a:ea typeface="Arial"/>
                <a:cs typeface="Arial"/>
              </a:defRPr>
            </a:pPr>
            <a:r>
              <a:rPr sz="1425" b="1" i="0">
                <a:solidFill>
                  <a:srgbClr val="4E9BEC"/>
                </a:solidFill>
                <a:latin typeface="Arial"/>
                <a:ea typeface="Arial"/>
                <a:cs typeface="Arial"/>
              </a:rPr>
              <a:t>DOMAIN A</a:t>
            </a:r>
          </a:p>
        </p:txBody>
      </p:sp>
      <p:sp>
        <p:nvSpPr>
          <p:cNvPr id="9" name="Rectangle: Rounded Corners 8">
            <a:extLst xmlns:a="http://schemas.openxmlformats.org/drawingml/2006/main">
              <a:ext uri="{FF2B5EF4-FFF2-40B4-BE49-F238E27FC236}">
                <a16:creationId xmlns:a16="http://schemas.microsoft.com/office/drawing/2014/main" id="{624E0F32-487A-4624-8545-E20C878EE9E1}"/>
              </a:ext>
            </a:extLst>
          </p:cNvPr>
          <p:cNvSpPr>
            <a:spLocks xmlns:a="http://schemas.openxmlformats.org/drawingml/2006/main" noGrp="1"/>
          </p:cNvSpPr>
          <p:nvPr/>
        </p:nvSpPr>
        <p:spPr>
          <a:xfrm xmlns:a="http://schemas.openxmlformats.org/drawingml/2006/main">
            <a:off x="723900" y="2619375"/>
            <a:ext cx="2667000" cy="1028700"/>
          </a:xfrm>
          <a:prstGeom xmlns:a="http://schemas.openxmlformats.org/drawingml/2006/main" prst="roundRect">
            <a:avLst>
              <a:gd name="adj" fmla="val 11111"/>
            </a:avLst>
          </a:prstGeom>
          <a:solidFill xmlns:a="http://schemas.openxmlformats.org/drawingml/2006/main">
            <a:srgbClr val="DDEBFA"/>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FAC3371D-2804-49BF-8FC8-C99A36B40DA5}"/>
              </a:ext>
            </a:extLst>
          </p:cNvPr>
          <p:cNvSpPr>
            <a:spLocks xmlns:a="http://schemas.openxmlformats.org/drawingml/2006/main" noGrp="1"/>
          </p:cNvSpPr>
          <p:nvPr/>
        </p:nvSpPr>
        <p:spPr>
          <a:xfrm xmlns:a="http://schemas.openxmlformats.org/drawingml/2006/main">
            <a:off x="9144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4E9BEC"/>
                </a:solidFill>
                <a:latin typeface="Arial"/>
                <a:ea typeface="Arial"/>
                <a:cs typeface="Arial"/>
              </a:defRPr>
            </a:defPPr>
            <a:lvl1pPr algn="ctr">
              <a:buNone/>
              <a:defRPr sz="1725" b="1" i="0">
                <a:solidFill>
                  <a:srgbClr val="4E9BEC"/>
                </a:solidFill>
                <a:latin typeface="Arial"/>
                <a:ea typeface="Arial"/>
                <a:cs typeface="Arial"/>
              </a:defRPr>
            </a:lvl1pPr>
            <a:lvl2pPr algn="ctr">
              <a:buNone/>
              <a:defRPr sz="1725" b="1" i="0">
                <a:solidFill>
                  <a:srgbClr val="4E9BEC"/>
                </a:solidFill>
                <a:latin typeface="Arial"/>
                <a:ea typeface="Arial"/>
                <a:cs typeface="Arial"/>
              </a:defRPr>
            </a:lvl2pPr>
            <a:lvl3pPr algn="ctr">
              <a:buNone/>
              <a:defRPr sz="1725" b="1" i="0">
                <a:solidFill>
                  <a:srgbClr val="4E9BEC"/>
                </a:solidFill>
                <a:latin typeface="Arial"/>
                <a:ea typeface="Arial"/>
                <a:cs typeface="Arial"/>
              </a:defRPr>
            </a:lvl3pPr>
            <a:lvl4pPr algn="ctr">
              <a:buNone/>
              <a:defRPr sz="1725" b="1" i="0">
                <a:solidFill>
                  <a:srgbClr val="4E9BEC"/>
                </a:solidFill>
                <a:latin typeface="Arial"/>
                <a:ea typeface="Arial"/>
                <a:cs typeface="Arial"/>
              </a:defRPr>
            </a:lvl4pPr>
            <a:lvl5pPr algn="ctr">
              <a:buNone/>
              <a:defRPr sz="1725" b="1" i="0">
                <a:solidFill>
                  <a:srgbClr val="4E9BEC"/>
                </a:solidFill>
                <a:latin typeface="Arial"/>
                <a:ea typeface="Arial"/>
                <a:cs typeface="Arial"/>
              </a:defRPr>
            </a:lvl5pPr>
            <a:lvl6pPr algn="ctr">
              <a:buNone/>
              <a:defRPr sz="1725" b="1" i="0">
                <a:solidFill>
                  <a:srgbClr val="4E9BEC"/>
                </a:solidFill>
                <a:latin typeface="Arial"/>
                <a:ea typeface="Arial"/>
                <a:cs typeface="Arial"/>
              </a:defRPr>
            </a:lvl6pPr>
            <a:lvl7pPr algn="ctr">
              <a:buNone/>
              <a:defRPr sz="1725" b="1" i="0">
                <a:solidFill>
                  <a:srgbClr val="4E9BEC"/>
                </a:solidFill>
                <a:latin typeface="Arial"/>
                <a:ea typeface="Arial"/>
                <a:cs typeface="Arial"/>
              </a:defRPr>
            </a:lvl7pPr>
            <a:lvl8pPr algn="ctr">
              <a:buNone/>
              <a:defRPr sz="1725" b="1" i="0">
                <a:solidFill>
                  <a:srgbClr val="4E9BEC"/>
                </a:solidFill>
                <a:latin typeface="Arial"/>
                <a:ea typeface="Arial"/>
                <a:cs typeface="Arial"/>
              </a:defRPr>
            </a:lvl8pPr>
            <a:lvl9pPr algn="ctr">
              <a:buNone/>
              <a:defRPr sz="1725" b="1" i="0">
                <a:solidFill>
                  <a:srgbClr val="4E9BEC"/>
                </a:solidFill>
                <a:latin typeface="Arial"/>
                <a:ea typeface="Arial"/>
                <a:cs typeface="Arial"/>
              </a:defRPr>
            </a:lvl9pPr>
          </a:lstStyle>
          <a:p xmlns:a="http://schemas.openxmlformats.org/drawingml/2006/main">
            <a:pPr algn="ctr">
              <a:buNone/>
              <a:defRPr sz="1725" b="1" i="0">
                <a:solidFill>
                  <a:srgbClr val="4E9BEC"/>
                </a:solidFill>
                <a:latin typeface="Arial"/>
                <a:ea typeface="Arial"/>
                <a:cs typeface="Arial"/>
              </a:defRPr>
            </a:pPr>
            <a:r>
              <a:rPr sz="1725" b="1" i="0">
                <a:solidFill>
                  <a:srgbClr val="4E9BEC"/>
                </a:solidFill>
                <a:latin typeface="Arial"/>
                <a:ea typeface="Arial"/>
                <a:cs typeface="Arial"/>
              </a:rPr>
              <a:t>Protein domain A</a:t>
            </a:r>
          </a:p>
        </p:txBody>
      </p:sp>
      <p:sp>
        <p:nvSpPr>
          <p:cNvPr id="11" name="Straight Connector 10">
            <a:extLst xmlns:a="http://schemas.openxmlformats.org/drawingml/2006/main">
              <a:ext uri="{FF2B5EF4-FFF2-40B4-BE49-F238E27FC236}">
                <a16:creationId xmlns:a16="http://schemas.microsoft.com/office/drawing/2014/main" id="{62B0DB38-788D-4541-99AB-F9254E2C4741}"/>
              </a:ext>
            </a:extLst>
          </p:cNvPr>
          <p:cNvSpPr>
            <a:spLocks xmlns:a="http://schemas.openxmlformats.org/drawingml/2006/main" noGrp="1"/>
          </p:cNvSpPr>
          <p:nvPr/>
        </p:nvSpPr>
        <p:spPr>
          <a:xfrm xmlns:a="http://schemas.openxmlformats.org/drawingml/2006/main">
            <a:off x="3390900"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FED5645D-2A42-456E-A109-A91BD7469EDC}"/>
              </a:ext>
            </a:extLst>
          </p:cNvPr>
          <p:cNvSpPr>
            <a:spLocks xmlns:a="http://schemas.openxmlformats.org/drawingml/2006/main" noGrp="1"/>
          </p:cNvSpPr>
          <p:nvPr/>
        </p:nvSpPr>
        <p:spPr>
          <a:xfrm xmlns:a="http://schemas.openxmlformats.org/drawingml/2006/main">
            <a:off x="4657725" y="2790825"/>
            <a:ext cx="2876550" cy="685800"/>
          </a:xfrm>
          <a:prstGeom xmlns:a="http://schemas.openxmlformats.org/drawingml/2006/main" prst="roundRect">
            <a:avLst>
              <a:gd name="adj" fmla="val 16667"/>
            </a:avLst>
          </a:prstGeom>
          <a:solidFill xmlns:a="http://schemas.openxmlformats.org/drawingml/2006/main">
            <a:srgbClr val="FFF4C8"/>
          </a:solidFill>
          <a:ln xmlns:a="http://schemas.openxmlformats.org/drawingml/2006/main" w="19050">
            <a:solidFill>
              <a:srgbClr val="F1C84B"/>
            </a:solidFill>
            <a:prstDash val="solid"/>
          </a:ln>
        </p:spPr>
      </p:sp>
      <p:sp>
        <p:nvSpPr>
          <p:cNvPr id="13" name="Rectangle 12">
            <a:extLst xmlns:a="http://schemas.openxmlformats.org/drawingml/2006/main">
              <a:ext uri="{FF2B5EF4-FFF2-40B4-BE49-F238E27FC236}">
                <a16:creationId xmlns:a16="http://schemas.microsoft.com/office/drawing/2014/main" id="{A3E8A75E-92E3-486B-81C5-92EC949AE43F}"/>
              </a:ext>
            </a:extLst>
          </p:cNvPr>
          <p:cNvSpPr>
            <a:spLocks xmlns:a="http://schemas.openxmlformats.org/drawingml/2006/main" noGrp="1"/>
          </p:cNvSpPr>
          <p:nvPr/>
        </p:nvSpPr>
        <p:spPr>
          <a:xfrm xmlns:a="http://schemas.openxmlformats.org/drawingml/2006/main">
            <a:off x="4895850" y="29432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6D5700"/>
                </a:solidFill>
                <a:latin typeface="Arial"/>
                <a:ea typeface="Arial"/>
                <a:cs typeface="Arial"/>
              </a:defRPr>
            </a:defPPr>
            <a:lvl1pPr algn="ctr">
              <a:buNone/>
              <a:defRPr sz="1575" b="1" i="0">
                <a:solidFill>
                  <a:srgbClr val="6D5700"/>
                </a:solidFill>
                <a:latin typeface="Arial"/>
                <a:ea typeface="Arial"/>
                <a:cs typeface="Arial"/>
              </a:defRPr>
            </a:lvl1pPr>
            <a:lvl2pPr algn="ctr">
              <a:buNone/>
              <a:defRPr sz="1575" b="1" i="0">
                <a:solidFill>
                  <a:srgbClr val="6D5700"/>
                </a:solidFill>
                <a:latin typeface="Arial"/>
                <a:ea typeface="Arial"/>
                <a:cs typeface="Arial"/>
              </a:defRPr>
            </a:lvl2pPr>
            <a:lvl3pPr algn="ctr">
              <a:buNone/>
              <a:defRPr sz="1575" b="1" i="0">
                <a:solidFill>
                  <a:srgbClr val="6D5700"/>
                </a:solidFill>
                <a:latin typeface="Arial"/>
                <a:ea typeface="Arial"/>
                <a:cs typeface="Arial"/>
              </a:defRPr>
            </a:lvl3pPr>
            <a:lvl4pPr algn="ctr">
              <a:buNone/>
              <a:defRPr sz="1575" b="1" i="0">
                <a:solidFill>
                  <a:srgbClr val="6D5700"/>
                </a:solidFill>
                <a:latin typeface="Arial"/>
                <a:ea typeface="Arial"/>
                <a:cs typeface="Arial"/>
              </a:defRPr>
            </a:lvl4pPr>
            <a:lvl5pPr algn="ctr">
              <a:buNone/>
              <a:defRPr sz="1575" b="1" i="0">
                <a:solidFill>
                  <a:srgbClr val="6D5700"/>
                </a:solidFill>
                <a:latin typeface="Arial"/>
                <a:ea typeface="Arial"/>
                <a:cs typeface="Arial"/>
              </a:defRPr>
            </a:lvl5pPr>
            <a:lvl6pPr algn="ctr">
              <a:buNone/>
              <a:defRPr sz="1575" b="1" i="0">
                <a:solidFill>
                  <a:srgbClr val="6D5700"/>
                </a:solidFill>
                <a:latin typeface="Arial"/>
                <a:ea typeface="Arial"/>
                <a:cs typeface="Arial"/>
              </a:defRPr>
            </a:lvl6pPr>
            <a:lvl7pPr algn="ctr">
              <a:buNone/>
              <a:defRPr sz="1575" b="1" i="0">
                <a:solidFill>
                  <a:srgbClr val="6D5700"/>
                </a:solidFill>
                <a:latin typeface="Arial"/>
                <a:ea typeface="Arial"/>
                <a:cs typeface="Arial"/>
              </a:defRPr>
            </a:lvl7pPr>
            <a:lvl8pPr algn="ctr">
              <a:buNone/>
              <a:defRPr sz="1575" b="1" i="0">
                <a:solidFill>
                  <a:srgbClr val="6D5700"/>
                </a:solidFill>
                <a:latin typeface="Arial"/>
                <a:ea typeface="Arial"/>
                <a:cs typeface="Arial"/>
              </a:defRPr>
            </a:lvl8pPr>
            <a:lvl9pPr algn="ctr">
              <a:buNone/>
              <a:defRPr sz="1575" b="1" i="0">
                <a:solidFill>
                  <a:srgbClr val="6D5700"/>
                </a:solidFill>
                <a:latin typeface="Arial"/>
                <a:ea typeface="Arial"/>
                <a:cs typeface="Arial"/>
              </a:defRPr>
            </a:lvl9pPr>
          </a:lstStyle>
          <a:p xmlns:a="http://schemas.openxmlformats.org/drawingml/2006/main">
            <a:pPr algn="ctr">
              <a:buNone/>
              <a:defRPr sz="1575" b="1" i="0">
                <a:solidFill>
                  <a:srgbClr val="6D5700"/>
                </a:solidFill>
                <a:latin typeface="Arial"/>
                <a:ea typeface="Arial"/>
                <a:cs typeface="Arial"/>
              </a:defRPr>
            </a:pPr>
            <a:r>
              <a:rPr sz="1575" b="1" i="0">
                <a:solidFill>
                  <a:srgbClr val="6D5700"/>
                </a:solidFill>
                <a:latin typeface="Arial"/>
                <a:ea typeface="Arial"/>
                <a:cs typeface="Arial"/>
              </a:rPr>
              <a:t>linker sequence</a:t>
            </a:r>
          </a:p>
        </p:txBody>
      </p:sp>
      <p:sp>
        <p:nvSpPr>
          <p:cNvPr id="14" name="Straight Connector 13">
            <a:extLst xmlns:a="http://schemas.openxmlformats.org/drawingml/2006/main">
              <a:ext uri="{FF2B5EF4-FFF2-40B4-BE49-F238E27FC236}">
                <a16:creationId xmlns:a16="http://schemas.microsoft.com/office/drawing/2014/main" id="{2C57F4E0-74AE-4AE6-BF20-65C77ACDBFA7}"/>
              </a:ext>
            </a:extLst>
          </p:cNvPr>
          <p:cNvSpPr>
            <a:spLocks xmlns:a="http://schemas.openxmlformats.org/drawingml/2006/main" noGrp="1"/>
          </p:cNvSpPr>
          <p:nvPr/>
        </p:nvSpPr>
        <p:spPr>
          <a:xfrm xmlns:a="http://schemas.openxmlformats.org/drawingml/2006/main">
            <a:off x="7534275"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5" name="Rectangle 14">
            <a:extLst xmlns:a="http://schemas.openxmlformats.org/drawingml/2006/main">
              <a:ext uri="{FF2B5EF4-FFF2-40B4-BE49-F238E27FC236}">
                <a16:creationId xmlns:a16="http://schemas.microsoft.com/office/drawing/2014/main" id="{FF42EA5B-B888-4258-B68D-91A1B1A68CAD}"/>
              </a:ext>
            </a:extLst>
          </p:cNvPr>
          <p:cNvSpPr>
            <a:spLocks xmlns:a="http://schemas.openxmlformats.org/drawingml/2006/main" noGrp="1"/>
          </p:cNvSpPr>
          <p:nvPr/>
        </p:nvSpPr>
        <p:spPr>
          <a:xfrm xmlns:a="http://schemas.openxmlformats.org/drawingml/2006/main">
            <a:off x="90106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D66A87"/>
                </a:solidFill>
                <a:latin typeface="Arial"/>
                <a:ea typeface="Arial"/>
                <a:cs typeface="Arial"/>
              </a:defRPr>
            </a:defPPr>
            <a:lvl1pPr algn="ctr">
              <a:buNone/>
              <a:defRPr sz="1425" b="1" i="0">
                <a:solidFill>
                  <a:srgbClr val="D66A87"/>
                </a:solidFill>
                <a:latin typeface="Arial"/>
                <a:ea typeface="Arial"/>
                <a:cs typeface="Arial"/>
              </a:defRPr>
            </a:lvl1pPr>
            <a:lvl2pPr algn="ctr">
              <a:buNone/>
              <a:defRPr sz="1425" b="1" i="0">
                <a:solidFill>
                  <a:srgbClr val="D66A87"/>
                </a:solidFill>
                <a:latin typeface="Arial"/>
                <a:ea typeface="Arial"/>
                <a:cs typeface="Arial"/>
              </a:defRPr>
            </a:lvl2pPr>
            <a:lvl3pPr algn="ctr">
              <a:buNone/>
              <a:defRPr sz="1425" b="1" i="0">
                <a:solidFill>
                  <a:srgbClr val="D66A87"/>
                </a:solidFill>
                <a:latin typeface="Arial"/>
                <a:ea typeface="Arial"/>
                <a:cs typeface="Arial"/>
              </a:defRPr>
            </a:lvl3pPr>
            <a:lvl4pPr algn="ctr">
              <a:buNone/>
              <a:defRPr sz="1425" b="1" i="0">
                <a:solidFill>
                  <a:srgbClr val="D66A87"/>
                </a:solidFill>
                <a:latin typeface="Arial"/>
                <a:ea typeface="Arial"/>
                <a:cs typeface="Arial"/>
              </a:defRPr>
            </a:lvl4pPr>
            <a:lvl5pPr algn="ctr">
              <a:buNone/>
              <a:defRPr sz="1425" b="1" i="0">
                <a:solidFill>
                  <a:srgbClr val="D66A87"/>
                </a:solidFill>
                <a:latin typeface="Arial"/>
                <a:ea typeface="Arial"/>
                <a:cs typeface="Arial"/>
              </a:defRPr>
            </a:lvl5pPr>
            <a:lvl6pPr algn="ctr">
              <a:buNone/>
              <a:defRPr sz="1425" b="1" i="0">
                <a:solidFill>
                  <a:srgbClr val="D66A87"/>
                </a:solidFill>
                <a:latin typeface="Arial"/>
                <a:ea typeface="Arial"/>
                <a:cs typeface="Arial"/>
              </a:defRPr>
            </a:lvl6pPr>
            <a:lvl7pPr algn="ctr">
              <a:buNone/>
              <a:defRPr sz="1425" b="1" i="0">
                <a:solidFill>
                  <a:srgbClr val="D66A87"/>
                </a:solidFill>
                <a:latin typeface="Arial"/>
                <a:ea typeface="Arial"/>
                <a:cs typeface="Arial"/>
              </a:defRPr>
            </a:lvl7pPr>
            <a:lvl8pPr algn="ctr">
              <a:buNone/>
              <a:defRPr sz="1425" b="1" i="0">
                <a:solidFill>
                  <a:srgbClr val="D66A87"/>
                </a:solidFill>
                <a:latin typeface="Arial"/>
                <a:ea typeface="Arial"/>
                <a:cs typeface="Arial"/>
              </a:defRPr>
            </a:lvl8pPr>
            <a:lvl9pPr algn="ctr">
              <a:buNone/>
              <a:defRPr sz="1425" b="1" i="0">
                <a:solidFill>
                  <a:srgbClr val="D66A87"/>
                </a:solidFill>
                <a:latin typeface="Arial"/>
                <a:ea typeface="Arial"/>
                <a:cs typeface="Arial"/>
              </a:defRPr>
            </a:lvl9pPr>
          </a:lstStyle>
          <a:p xmlns:a="http://schemas.openxmlformats.org/drawingml/2006/main">
            <a:pPr algn="ctr">
              <a:buNone/>
              <a:defRPr sz="1425" b="1" i="0">
                <a:solidFill>
                  <a:srgbClr val="D66A87"/>
                </a:solidFill>
                <a:latin typeface="Arial"/>
                <a:ea typeface="Arial"/>
                <a:cs typeface="Arial"/>
              </a:defRPr>
            </a:pPr>
            <a:r>
              <a:rPr sz="1425" b="1" i="0">
                <a:solidFill>
                  <a:srgbClr val="D66A87"/>
                </a:solidFill>
                <a:latin typeface="Arial"/>
                <a:ea typeface="Arial"/>
                <a:cs typeface="Arial"/>
              </a:rPr>
              <a:t>DOMAIN B</a:t>
            </a:r>
          </a:p>
        </p:txBody>
      </p:sp>
      <p:sp>
        <p:nvSpPr>
          <p:cNvPr id="16" name="Rectangle: Rounded Corners 15">
            <a:extLst xmlns:a="http://schemas.openxmlformats.org/drawingml/2006/main">
              <a:ext uri="{FF2B5EF4-FFF2-40B4-BE49-F238E27FC236}">
                <a16:creationId xmlns:a16="http://schemas.microsoft.com/office/drawing/2014/main" id="{8CCBC133-6EBD-492D-9E40-3DA24A9B6559}"/>
              </a:ext>
            </a:extLst>
          </p:cNvPr>
          <p:cNvSpPr>
            <a:spLocks xmlns:a="http://schemas.openxmlformats.org/drawingml/2006/main" noGrp="1"/>
          </p:cNvSpPr>
          <p:nvPr/>
        </p:nvSpPr>
        <p:spPr>
          <a:xfrm xmlns:a="http://schemas.openxmlformats.org/drawingml/2006/main">
            <a:off x="8801100" y="2619375"/>
            <a:ext cx="2667000" cy="1028700"/>
          </a:xfrm>
          <a:prstGeom xmlns:a="http://schemas.openxmlformats.org/drawingml/2006/main" prst="roundRect">
            <a:avLst>
              <a:gd name="adj" fmla="val 11111"/>
            </a:avLst>
          </a:prstGeom>
          <a:solidFill xmlns:a="http://schemas.openxmlformats.org/drawingml/2006/main">
            <a:srgbClr val="F3DFE5"/>
          </a:solidFill>
          <a:ln xmlns:a="http://schemas.openxmlformats.org/drawingml/2006/main" w="19050">
            <a:solidFill>
              <a:srgbClr val="D66A87"/>
            </a:solidFill>
            <a:prstDash val="solid"/>
          </a:ln>
        </p:spPr>
      </p:sp>
      <p:sp>
        <p:nvSpPr>
          <p:cNvPr id="17" name="Rectangle 16">
            <a:extLst xmlns:a="http://schemas.openxmlformats.org/drawingml/2006/main">
              <a:ext uri="{FF2B5EF4-FFF2-40B4-BE49-F238E27FC236}">
                <a16:creationId xmlns:a16="http://schemas.microsoft.com/office/drawing/2014/main" id="{1242D1A1-4373-4E0F-ACDC-287998AEEDC3}"/>
              </a:ext>
            </a:extLst>
          </p:cNvPr>
          <p:cNvSpPr>
            <a:spLocks xmlns:a="http://schemas.openxmlformats.org/drawingml/2006/main" noGrp="1"/>
          </p:cNvSpPr>
          <p:nvPr/>
        </p:nvSpPr>
        <p:spPr>
          <a:xfrm xmlns:a="http://schemas.openxmlformats.org/drawingml/2006/main">
            <a:off x="89916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D66A87"/>
                </a:solidFill>
                <a:latin typeface="Arial"/>
                <a:ea typeface="Arial"/>
                <a:cs typeface="Arial"/>
              </a:defRPr>
            </a:defPPr>
            <a:lvl1pPr algn="ctr">
              <a:buNone/>
              <a:defRPr sz="1725" b="1" i="0">
                <a:solidFill>
                  <a:srgbClr val="D66A87"/>
                </a:solidFill>
                <a:latin typeface="Arial"/>
                <a:ea typeface="Arial"/>
                <a:cs typeface="Arial"/>
              </a:defRPr>
            </a:lvl1pPr>
            <a:lvl2pPr algn="ctr">
              <a:buNone/>
              <a:defRPr sz="1725" b="1" i="0">
                <a:solidFill>
                  <a:srgbClr val="D66A87"/>
                </a:solidFill>
                <a:latin typeface="Arial"/>
                <a:ea typeface="Arial"/>
                <a:cs typeface="Arial"/>
              </a:defRPr>
            </a:lvl2pPr>
            <a:lvl3pPr algn="ctr">
              <a:buNone/>
              <a:defRPr sz="1725" b="1" i="0">
                <a:solidFill>
                  <a:srgbClr val="D66A87"/>
                </a:solidFill>
                <a:latin typeface="Arial"/>
                <a:ea typeface="Arial"/>
                <a:cs typeface="Arial"/>
              </a:defRPr>
            </a:lvl3pPr>
            <a:lvl4pPr algn="ctr">
              <a:buNone/>
              <a:defRPr sz="1725" b="1" i="0">
                <a:solidFill>
                  <a:srgbClr val="D66A87"/>
                </a:solidFill>
                <a:latin typeface="Arial"/>
                <a:ea typeface="Arial"/>
                <a:cs typeface="Arial"/>
              </a:defRPr>
            </a:lvl4pPr>
            <a:lvl5pPr algn="ctr">
              <a:buNone/>
              <a:defRPr sz="1725" b="1" i="0">
                <a:solidFill>
                  <a:srgbClr val="D66A87"/>
                </a:solidFill>
                <a:latin typeface="Arial"/>
                <a:ea typeface="Arial"/>
                <a:cs typeface="Arial"/>
              </a:defRPr>
            </a:lvl5pPr>
            <a:lvl6pPr algn="ctr">
              <a:buNone/>
              <a:defRPr sz="1725" b="1" i="0">
                <a:solidFill>
                  <a:srgbClr val="D66A87"/>
                </a:solidFill>
                <a:latin typeface="Arial"/>
                <a:ea typeface="Arial"/>
                <a:cs typeface="Arial"/>
              </a:defRPr>
            </a:lvl6pPr>
            <a:lvl7pPr algn="ctr">
              <a:buNone/>
              <a:defRPr sz="1725" b="1" i="0">
                <a:solidFill>
                  <a:srgbClr val="D66A87"/>
                </a:solidFill>
                <a:latin typeface="Arial"/>
                <a:ea typeface="Arial"/>
                <a:cs typeface="Arial"/>
              </a:defRPr>
            </a:lvl7pPr>
            <a:lvl8pPr algn="ctr">
              <a:buNone/>
              <a:defRPr sz="1725" b="1" i="0">
                <a:solidFill>
                  <a:srgbClr val="D66A87"/>
                </a:solidFill>
                <a:latin typeface="Arial"/>
                <a:ea typeface="Arial"/>
                <a:cs typeface="Arial"/>
              </a:defRPr>
            </a:lvl8pPr>
            <a:lvl9pPr algn="ctr">
              <a:buNone/>
              <a:defRPr sz="1725" b="1" i="0">
                <a:solidFill>
                  <a:srgbClr val="D66A87"/>
                </a:solidFill>
                <a:latin typeface="Arial"/>
                <a:ea typeface="Arial"/>
                <a:cs typeface="Arial"/>
              </a:defRPr>
            </a:lvl9pPr>
          </a:lstStyle>
          <a:p xmlns:a="http://schemas.openxmlformats.org/drawingml/2006/main">
            <a:pPr algn="ctr">
              <a:buNone/>
              <a:defRPr sz="1725" b="1" i="0">
                <a:solidFill>
                  <a:srgbClr val="D66A87"/>
                </a:solidFill>
                <a:latin typeface="Arial"/>
                <a:ea typeface="Arial"/>
                <a:cs typeface="Arial"/>
              </a:defRPr>
            </a:pPr>
            <a:r>
              <a:rPr sz="1725" b="1" i="0">
                <a:solidFill>
                  <a:srgbClr val="D66A87"/>
                </a:solidFill>
                <a:latin typeface="Arial"/>
                <a:ea typeface="Arial"/>
                <a:cs typeface="Arial"/>
              </a:rPr>
              <a:t>Protein domain B</a:t>
            </a:r>
          </a:p>
        </p:txBody>
      </p:sp>
      <p:sp>
        <p:nvSpPr>
          <p:cNvPr id="18" name="Rectangle 17">
            <a:extLst xmlns:a="http://schemas.openxmlformats.org/drawingml/2006/main">
              <a:ext uri="{FF2B5EF4-FFF2-40B4-BE49-F238E27FC236}">
                <a16:creationId xmlns:a16="http://schemas.microsoft.com/office/drawing/2014/main" id="{1B65027B-1F0E-4DA4-A59A-3D1774EF69BF}"/>
              </a:ext>
            </a:extLst>
          </p:cNvPr>
          <p:cNvSpPr>
            <a:spLocks xmlns:a="http://schemas.openxmlformats.org/drawingml/2006/main" noGrp="1"/>
          </p:cNvSpPr>
          <p:nvPr/>
        </p:nvSpPr>
        <p:spPr>
          <a:xfrm xmlns:a="http://schemas.openxmlformats.org/drawingml/2006/main">
            <a:off x="1238250" y="4257675"/>
            <a:ext cx="9525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500">
                <a:solidFill>
                  <a:srgbClr val="F4F7F5"/>
                </a:solidFill>
                <a:latin typeface="Arial"/>
                <a:ea typeface="Arial"/>
                <a:cs typeface="Arial"/>
              </a:defRPr>
            </a:defPPr>
            <a:lvl1pPr>
              <a:buNone/>
              <a:defRPr sz="1500">
                <a:solidFill>
                  <a:srgbClr val="F4F7F5"/>
                </a:solidFill>
                <a:latin typeface="Arial"/>
                <a:ea typeface="Arial"/>
                <a:cs typeface="Arial"/>
              </a:defRPr>
            </a:lvl1pPr>
            <a:lvl2pPr>
              <a:buNone/>
              <a:defRPr sz="1500">
                <a:solidFill>
                  <a:srgbClr val="F4F7F5"/>
                </a:solidFill>
                <a:latin typeface="Arial"/>
                <a:ea typeface="Arial"/>
                <a:cs typeface="Arial"/>
              </a:defRPr>
            </a:lvl2pPr>
            <a:lvl3pPr>
              <a:buNone/>
              <a:defRPr sz="1500">
                <a:solidFill>
                  <a:srgbClr val="F4F7F5"/>
                </a:solidFill>
                <a:latin typeface="Arial"/>
                <a:ea typeface="Arial"/>
                <a:cs typeface="Arial"/>
              </a:defRPr>
            </a:lvl3pPr>
            <a:lvl4pPr>
              <a:buNone/>
              <a:defRPr sz="1500">
                <a:solidFill>
                  <a:srgbClr val="F4F7F5"/>
                </a:solidFill>
                <a:latin typeface="Arial"/>
                <a:ea typeface="Arial"/>
                <a:cs typeface="Arial"/>
              </a:defRPr>
            </a:lvl4pPr>
            <a:lvl5pPr>
              <a:buNone/>
              <a:defRPr sz="1500">
                <a:solidFill>
                  <a:srgbClr val="F4F7F5"/>
                </a:solidFill>
                <a:latin typeface="Arial"/>
                <a:ea typeface="Arial"/>
                <a:cs typeface="Arial"/>
              </a:defRPr>
            </a:lvl5pPr>
            <a:lvl6pPr>
              <a:buNone/>
              <a:defRPr sz="1500">
                <a:solidFill>
                  <a:srgbClr val="F4F7F5"/>
                </a:solidFill>
                <a:latin typeface="Arial"/>
                <a:ea typeface="Arial"/>
                <a:cs typeface="Arial"/>
              </a:defRPr>
            </a:lvl6pPr>
            <a:lvl7pPr>
              <a:buNone/>
              <a:defRPr sz="1500">
                <a:solidFill>
                  <a:srgbClr val="F4F7F5"/>
                </a:solidFill>
                <a:latin typeface="Arial"/>
                <a:ea typeface="Arial"/>
                <a:cs typeface="Arial"/>
              </a:defRPr>
            </a:lvl7pPr>
            <a:lvl8pPr>
              <a:buNone/>
              <a:defRPr sz="1500">
                <a:solidFill>
                  <a:srgbClr val="F4F7F5"/>
                </a:solidFill>
                <a:latin typeface="Arial"/>
                <a:ea typeface="Arial"/>
                <a:cs typeface="Arial"/>
              </a:defRPr>
            </a:lvl8pPr>
            <a:lvl9pPr>
              <a:buNone/>
              <a:defRPr sz="1500">
                <a:solidFill>
                  <a:srgbClr val="F4F7F5"/>
                </a:solidFill>
                <a:latin typeface="Arial"/>
                <a:ea typeface="Arial"/>
                <a:cs typeface="Arial"/>
              </a:defRPr>
            </a:lvl9pPr>
          </a:lstStyle>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Flexible linkers can permit motion and separation.</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Rigid linkers can maintain distance and reduce domain interference.</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Cleavable linkers can enable controlled separation after expression.</a:t>
            </a:r>
          </a:p>
        </p:txBody>
      </p:sp>
      <p:sp>
        <p:nvSpPr>
          <p:cNvPr id="19" name="Rectangle 18">
            <a:extLst xmlns:a="http://schemas.openxmlformats.org/drawingml/2006/main">
              <a:ext uri="{FF2B5EF4-FFF2-40B4-BE49-F238E27FC236}">
                <a16:creationId xmlns:a16="http://schemas.microsoft.com/office/drawing/2014/main" id="{3C624598-FB89-4718-83D0-AA78CA94AE99}"/>
              </a:ext>
            </a:extLst>
          </p:cNvPr>
          <p:cNvSpPr>
            <a:spLocks xmlns:a="http://schemas.openxmlformats.org/drawingml/2006/main" noGrp="1"/>
          </p:cNvSpPr>
          <p:nvPr/>
        </p:nvSpPr>
        <p:spPr>
          <a:xfrm xmlns:a="http://schemas.openxmlformats.org/drawingml/2006/main">
            <a:off x="1247775" y="58102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Context matters: a useful linker for one domain pair is not automatically transferable to another.</a:t>
            </a:r>
          </a:p>
        </p:txBody>
      </p:sp>
    </p:spTree>
    <p:extLst>
      <p:ext uri="{BB962C8B-B14F-4D97-AF65-F5344CB8AC3E}">
        <p14:creationId xmlns:p14="http://schemas.microsoft.com/office/powerpoint/2010/main" val="583668543"/>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39FF2A-6191-4729-AFC2-074025AB7A6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1296BF-3E74-45AA-BDAC-48B228B82B73}"/>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581D9166-B36D-4A3A-A86E-E662A3D9E3A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PUBLISHED METHOD LANDSCAPE</a:t>
            </a:r>
          </a:p>
        </p:txBody>
      </p:sp>
      <p:sp>
        <p:nvSpPr>
          <p:cNvPr id="4" name="">
            <a:extLst xmlns:a="http://schemas.openxmlformats.org/drawingml/2006/main">
              <a:ext uri="{FF2B5EF4-FFF2-40B4-BE49-F238E27FC236}">
                <a16:creationId xmlns:a16="http://schemas.microsoft.com/office/drawing/2014/main" id="{A5B05AA7-E1E6-48F6-9B31-39E641BC013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Primary sources: LINKER (2000), SynLinker (2015), DFLpred (2016), TransDFL (2023), and Li et al. (2026)</a:t>
            </a:r>
          </a:p>
        </p:txBody>
      </p:sp>
      <p:sp>
        <p:nvSpPr>
          <p:cNvPr id="5" name="">
            <a:extLst xmlns:a="http://schemas.openxmlformats.org/drawingml/2006/main">
              <a:ext uri="{FF2B5EF4-FFF2-40B4-BE49-F238E27FC236}">
                <a16:creationId xmlns:a16="http://schemas.microsoft.com/office/drawing/2014/main" id="{0A301956-827D-4226-AE72-8F434E47130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
            <a:extLst xmlns:a="http://schemas.openxmlformats.org/drawingml/2006/main">
              <a:ext uri="{FF2B5EF4-FFF2-40B4-BE49-F238E27FC236}">
                <a16:creationId xmlns:a16="http://schemas.microsoft.com/office/drawing/2014/main" id="{F602B16D-248E-40A2-AC2D-5B2091C5063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Published methods solve different linker problems</a:t>
            </a:r>
          </a:p>
        </p:txBody>
      </p:sp>
      <p:sp>
        <p:nvSpPr>
          <p:cNvPr id="7" name="">
            <a:extLst xmlns:a="http://schemas.openxmlformats.org/drawingml/2006/main">
              <a:ext uri="{FF2B5EF4-FFF2-40B4-BE49-F238E27FC236}">
                <a16:creationId xmlns:a16="http://schemas.microsoft.com/office/drawing/2014/main" id="{8E4CC5CB-717C-41AE-9144-7DE5653BC3C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Only DFLpred and TransDFL are general per-residue domain-linker classifiers</a:t>
            </a:r>
          </a:p>
        </p:txBody>
      </p:sp>
      <p:graphicFrame>
        <p:nvGraphicFramePr>
          <p:cNvPr id="8" name="">
            <a:extLst xmlns:a="http://schemas.openxmlformats.org/drawingml/2006/main">
              <a:ext uri="{FF2B5EF4-FFF2-40B4-BE49-F238E27FC236}">
                <a16:creationId xmlns:a16="http://schemas.microsoft.com/office/drawing/2014/main" id="{D69E9445-CDA3-4640-AF9B-B289F587CF56}"/>
              </a:ext>
            </a:extLst>
          </p:cNvPr>
          <p:cNvGraphicFramePr/>
          <p:nvPr/>
        </p:nvGraphicFramePr>
        <p:xfrm>
          <a:off xmlns:a="http://schemas.openxmlformats.org/drawingml/2006/main" x="514350" y="1581150"/>
          <a:ext xmlns:a="http://schemas.openxmlformats.org/drawingml/2006/main" cx="11163300" cy="3695700"/>
        </p:xfrm>
        <a:graphic xmlns:a="http://schemas.openxmlformats.org/drawingml/2006/main">
          <a:graphicData uri="http://schemas.openxmlformats.org/drawingml/2006/table">
            <a:tbl>
              <a:tblPr/>
              <a:tblGrid>
                <a:gridCol w="1428750"/>
                <a:gridCol w="2133600"/>
                <a:gridCol w="3619500"/>
                <a:gridCol w="3981450"/>
              </a:tblGrid>
              <a:tr h="615950">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Method type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it predicts or provides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Scientific boundary</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5950">
                <a:tc>
                  <a:txBody>
                    <a:bodyPr/>
                    <a:lstStyle/>
                    <a:p>
                      <a:r>
                        <a:rPr sz="863">
                          <a:solidFill>
                            <a:srgbClr val="F4F7F5"/>
                          </a:solidFill>
                          <a:latin typeface="Arial"/>
                          <a:ea typeface="Arial"/>
                          <a:cs typeface="Arial"/>
                        </a:rPr>
                        <a:t>LINKER</a:t>
                      </a:r>
                    </a:p>
                    <a:p>
                      <a:r>
                        <a:rPr sz="863">
                          <a:solidFill>
                            <a:srgbClr val="F4F7F5"/>
                          </a:solidFill>
                          <a:latin typeface="Arial"/>
                          <a:ea typeface="Arial"/>
                          <a:cs typeface="Arial"/>
                        </a:rPr>
                        <a:t>2000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Library-based generator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Retrieves PDB loop-derived sequences for a requested linker length</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Does not classify residues or score a specified domain pair</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SynLinker</a:t>
                      </a:r>
                    </a:p>
                    <a:p>
                      <a:r>
                        <a:rPr sz="863">
                          <a:solidFill>
                            <a:srgbClr val="F4F7F5"/>
                          </a:solidFill>
                          <a:latin typeface="Arial"/>
                          <a:ea typeface="Arial"/>
                          <a:cs typeface="Arial"/>
                        </a:rPr>
                        <a:t>2015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Database + retrieval/design system</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Searches 2,260 linkers and supports fusion construction and modelling</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Does not learn a general DFL classifier</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DFLpred</a:t>
                      </a:r>
                    </a:p>
                    <a:p>
                      <a:r>
                        <a:rPr sz="863">
                          <a:solidFill>
                            <a:srgbClr val="F4F7F5"/>
                          </a:solidFill>
                          <a:latin typeface="Arial"/>
                          <a:ea typeface="Arial"/>
                          <a:cs typeface="Arial"/>
                        </a:rPr>
                        <a:t>2016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Per-residue classifier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DFL propensity and a DFL versus non-DFL label for each residue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Detects linker residues; it does not generate or rank fusion linkers</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TransDFL</a:t>
                      </a:r>
                    </a:p>
                    <a:p>
                      <a:r>
                        <a:rPr sz="863">
                          <a:solidFill>
                            <a:srgbClr val="F4F7F5"/>
                          </a:solidFill>
                          <a:latin typeface="Arial"/>
                          <a:ea typeface="Arial"/>
                          <a:cs typeface="Arial"/>
                        </a:rPr>
                        <a:t>2023</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Transfer-learning per-residue classifier</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DFL versus non-DFL identification across a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Detects natural DFLs; it does not score candidate fusions</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Li et al.</a:t>
                      </a:r>
                    </a:p>
                    <a:p>
                      <a:r>
                        <a:rPr sz="863">
                          <a:solidFill>
                            <a:srgbClr val="F4F7F5"/>
                          </a:solidFill>
                          <a:latin typeface="Arial"/>
                          <a:ea typeface="Arial"/>
                          <a:cs typeface="Arial"/>
                        </a:rPr>
                        <a:t>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Fusion-specific supervised predictor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Quantitative activity and high/low activity for one sfGFP–nanobody system</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Not a general DFL detector or universal linker generator</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94A68163-5B72-4205-BE38-74D51244D752}"/>
              </a:ext>
            </a:extLst>
          </p:cNvPr>
          <p:cNvSpPr>
            <a:spLocks xmlns:a="http://schemas.openxmlformats.org/drawingml/2006/main" noGrp="1"/>
          </p:cNvSpPr>
          <p:nvPr/>
        </p:nvSpPr>
        <p:spPr>
          <a:xfrm xmlns:a="http://schemas.openxmlformats.org/drawingml/2006/main">
            <a:off x="514350" y="5467350"/>
            <a:ext cx="11163300" cy="742950"/>
          </a:xfrm>
          <a:prstGeom xmlns:a="http://schemas.openxmlformats.org/drawingml/2006/main" prst="roundRect">
            <a:avLst>
              <a:gd name="adj" fmla="val 10256"/>
            </a:avLst>
          </a:prstGeom>
          <a:solidFill xmlns:a="http://schemas.openxmlformats.org/drawingml/2006/main">
            <a:srgbClr val="143128"/>
          </a:solidFill>
          <a:ln xmlns:a="http://schemas.openxmlformats.org/drawingml/2006/main" w="9525">
            <a:solidFill>
              <a:srgbClr val="167D89"/>
            </a:solidFill>
            <a:prstDash val="solid"/>
          </a:ln>
        </p:spPr>
      </p:sp>
      <p:sp>
        <p:nvSpPr>
          <p:cNvPr id="10" name="">
            <a:extLst xmlns:a="http://schemas.openxmlformats.org/drawingml/2006/main">
              <a:ext uri="{FF2B5EF4-FFF2-40B4-BE49-F238E27FC236}">
                <a16:creationId xmlns:a16="http://schemas.microsoft.com/office/drawing/2014/main" id="{B48737BA-EECF-4CD9-9008-58BD756E3B56}"/>
              </a:ext>
            </a:extLst>
          </p:cNvPr>
          <p:cNvSpPr>
            <a:spLocks xmlns:a="http://schemas.openxmlformats.org/drawingml/2006/main" noGrp="1"/>
          </p:cNvSpPr>
          <p:nvPr/>
        </p:nvSpPr>
        <p:spPr>
          <a:xfrm xmlns:a="http://schemas.openxmlformats.org/drawingml/2006/main">
            <a:off x="742950" y="5629275"/>
            <a:ext cx="2428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LINKERFORGE'S DISTINCT TASK</a:t>
            </a:r>
          </a:p>
        </p:txBody>
      </p:sp>
      <p:sp>
        <p:nvSpPr>
          <p:cNvPr id="11" name="">
            <a:extLst xmlns:a="http://schemas.openxmlformats.org/drawingml/2006/main">
              <a:ext uri="{FF2B5EF4-FFF2-40B4-BE49-F238E27FC236}">
                <a16:creationId xmlns:a16="http://schemas.microsoft.com/office/drawing/2014/main" id="{E807B520-B20A-43CE-8F00-11CB0228DFE6}"/>
              </a:ext>
            </a:extLst>
          </p:cNvPr>
          <p:cNvSpPr>
            <a:spLocks xmlns:a="http://schemas.openxmlformats.org/drawingml/2006/main" noGrp="1"/>
          </p:cNvSpPr>
          <p:nvPr/>
        </p:nvSpPr>
        <p:spPr>
          <a:xfrm xmlns:a="http://schemas.openxmlformats.org/drawingml/2006/main">
            <a:off x="3190875" y="557212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Rank candidate linker sequences for a specified pair of fusion partners, then attach matched structural evidence. This is not equivalent to detecting natural linker residues.</a:t>
            </a:r>
          </a:p>
        </p:txBody>
      </p:sp>
    </p:spTree>
    <p:extLst>
      <p:ext uri="{BB962C8B-B14F-4D97-AF65-F5344CB8AC3E}">
        <p14:creationId xmlns:p14="http://schemas.microsoft.com/office/powerpoint/2010/main" val="1893482095"/>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F2E945-9335-45D2-B613-2FEF598DA9D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0EF7A3-7440-48EF-B69C-BB22FF65E46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C63BA811-B510-4E17-A462-135DA96B9F79}"/>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
            <a:extLst xmlns:a="http://schemas.openxmlformats.org/drawingml/2006/main">
              <a:ext uri="{FF2B5EF4-FFF2-40B4-BE49-F238E27FC236}">
                <a16:creationId xmlns:a16="http://schemas.microsoft.com/office/drawing/2014/main" id="{DDF3A681-71A0-4F6F-83C4-E9E5FD4D225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Primary sources: LINKER (2000), SynLinker (2015), Li et al. (2026), and the CASP16 flexible-domain ensemble assessment</a:t>
            </a:r>
          </a:p>
        </p:txBody>
      </p:sp>
      <p:sp>
        <p:nvSpPr>
          <p:cNvPr id="5" name="">
            <a:extLst xmlns:a="http://schemas.openxmlformats.org/drawingml/2006/main">
              <a:ext uri="{FF2B5EF4-FFF2-40B4-BE49-F238E27FC236}">
                <a16:creationId xmlns:a16="http://schemas.microsoft.com/office/drawing/2014/main" id="{34F6A747-7896-4AC0-8AE3-65A08E8F28D8}"/>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
            <a:extLst xmlns:a="http://schemas.openxmlformats.org/drawingml/2006/main">
              <a:ext uri="{FF2B5EF4-FFF2-40B4-BE49-F238E27FC236}">
                <a16:creationId xmlns:a16="http://schemas.microsoft.com/office/drawing/2014/main" id="{CAADB4AF-AD70-45C3-A9E0-D5958AD0A094}"/>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published evidence actually shows</a:t>
            </a:r>
          </a:p>
        </p:txBody>
      </p:sp>
      <p:sp>
        <p:nvSpPr>
          <p:cNvPr id="7" name="">
            <a:extLst xmlns:a="http://schemas.openxmlformats.org/drawingml/2006/main">
              <a:ext uri="{FF2B5EF4-FFF2-40B4-BE49-F238E27FC236}">
                <a16:creationId xmlns:a16="http://schemas.microsoft.com/office/drawing/2014/main" id="{30D59397-2940-4066-91ED-651B3B8AF40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studies use different evidence. CASP16 tested flexible pose distributions in solution rather than one best structure</a:t>
            </a:r>
          </a:p>
        </p:txBody>
      </p:sp>
      <p:graphicFrame>
        <p:nvGraphicFramePr>
          <p:cNvPr id="8" name="">
            <a:extLst xmlns:a="http://schemas.openxmlformats.org/drawingml/2006/main">
              <a:ext uri="{FF2B5EF4-FFF2-40B4-BE49-F238E27FC236}">
                <a16:creationId xmlns:a16="http://schemas.microsoft.com/office/drawing/2014/main" id="{048D1F99-978E-4A8C-9EC3-68E6EE440D47}"/>
              </a:ext>
            </a:extLst>
          </p:cNvPr>
          <p:cNvGraphicFramePr/>
          <p:nvPr/>
        </p:nvGraphicFramePr>
        <p:xfrm>
          <a:off xmlns:a="http://schemas.openxmlformats.org/drawingml/2006/main" x="514350" y="1581150"/>
          <a:ext xmlns:a="http://schemas.openxmlformats.org/drawingml/2006/main" cx="11163300" cy="3810000"/>
        </p:xfrm>
        <a:graphic xmlns:a="http://schemas.openxmlformats.org/drawingml/2006/main">
          <a:graphicData uri="http://schemas.openxmlformats.org/drawingml/2006/table">
            <a:tbl>
              <a:tblPr/>
              <a:tblGrid>
                <a:gridCol w="2381250"/>
                <a:gridCol w="4953000"/>
                <a:gridCol w="3829050"/>
              </a:tblGrid>
              <a:tr h="762000">
                <a:tc>
                  <a:txBody>
                    <a:bodyPr/>
                    <a:lstStyle/>
                    <a:p>
                      <a:r>
                        <a:rPr sz="900" b="1">
                          <a:solidFill>
                            <a:srgbClr val="FFFFFF"/>
                          </a:solidFill>
                          <a:latin typeface="Arial"/>
                          <a:ea typeface="Arial"/>
                          <a:cs typeface="Arial"/>
                        </a:rPr>
                        <a:t>Study</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Published finding</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it establishes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762000">
                <a:tc>
                  <a:txBody>
                    <a:bodyPr/>
                    <a:lstStyle/>
                    <a:p>
                      <a:r>
                        <a:rPr sz="938">
                          <a:solidFill>
                            <a:srgbClr val="F4F7F5"/>
                          </a:solidFill>
                          <a:latin typeface="Arial"/>
                          <a:ea typeface="Arial"/>
                          <a:cs typeface="Arial"/>
                        </a:rPr>
                        <a:t>2000 · 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“Linker sequences are generally selected based on intuition.”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The generator addressed heuristic sequence selection</a:t>
                      </a:r>
                    </a:p>
                  </a:txBody>
                  <a:tcPr marL="91440" marR="91440" marT="45720" marB="45720">
                    <a:lnR w="9525">
                      <a:solidFill>
                        <a:srgbClr val="29433A"/>
                      </a:solidFill>
                      <a:prstDash val="solid"/>
                    </a:lnR>
                    <a:lnB w="9525">
                      <a:solidFill>
                        <a:srgbClr val="29433A"/>
                      </a:solidFill>
                      <a:prstDash val="solid"/>
                    </a:lnB>
                    <a:solidFill>
                      <a:srgbClr val="102720"/>
                    </a:solidFill>
                  </a:tcPr>
                </a:tc>
              </a:tr>
              <a:tr h="762000">
                <a:tc>
                  <a:txBody>
                    <a:bodyPr/>
                    <a:lstStyle/>
                    <a:p>
                      <a:r>
                        <a:rPr sz="938">
                          <a:solidFill>
                            <a:srgbClr val="F4F7F5"/>
                          </a:solidFill>
                          <a:latin typeface="Arial"/>
                          <a:ea typeface="Arial"/>
                          <a:cs typeface="Arial"/>
                        </a:rPr>
                        <a:t>2015 · SynLinker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“The linker selection is done mostly ad hoc and still based on random test in experiments.”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The resource organized linker retrieval and fusion construction</a:t>
                      </a:r>
                    </a:p>
                  </a:txBody>
                  <a:tcPr marL="91440" marR="91440" marT="45720" marB="45720">
                    <a:lnR w="9525">
                      <a:solidFill>
                        <a:srgbClr val="29433A"/>
                      </a:solidFill>
                      <a:prstDash val="solid"/>
                    </a:lnR>
                    <a:lnB w="9525">
                      <a:solidFill>
                        <a:srgbClr val="29433A"/>
                      </a:solidFill>
                      <a:prstDash val="solid"/>
                    </a:lnB>
                    <a:solidFill>
                      <a:srgbClr val="143128"/>
                    </a:solidFill>
                  </a:tcPr>
                </a:tc>
              </a:tr>
              <a:tr h="762000">
                <a:tc>
                  <a:txBody>
                    <a:bodyPr/>
                    <a:lstStyle/>
                    <a:p>
                      <a:r>
                        <a:rPr sz="938">
                          <a:solidFill>
                            <a:srgbClr val="F4F7F5"/>
                          </a:solidFill>
                          <a:latin typeface="Arial"/>
                          <a:ea typeface="Arial"/>
                          <a:cs typeface="Arial"/>
                        </a:rPr>
                        <a:t>2026 · Li et al.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Linker performance was context dependent in one sfGFP–nanobody system</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38">
                          <a:solidFill>
                            <a:srgbClr val="F4F7F5"/>
                          </a:solidFill>
                          <a:latin typeface="Arial"/>
                          <a:ea typeface="Arial"/>
                          <a:cs typeface="Arial"/>
                        </a:rPr>
                        <a:t>Measured fluorescence provides strong system-specific experimental evidence</a:t>
                      </a:r>
                    </a:p>
                  </a:txBody>
                  <a:tcPr marL="91440" marR="91440" marT="45720" marB="45720">
                    <a:lnR w="9525">
                      <a:solidFill>
                        <a:srgbClr val="29433A"/>
                      </a:solidFill>
                      <a:prstDash val="solid"/>
                    </a:lnR>
                    <a:lnB w="9525">
                      <a:solidFill>
                        <a:srgbClr val="29433A"/>
                      </a:solidFill>
                      <a:prstDash val="solid"/>
                    </a:lnB>
                    <a:solidFill>
                      <a:srgbClr val="102720"/>
                    </a:solidFill>
                  </a:tcPr>
                </a:tc>
              </a:tr>
              <a:tr h="762000">
                <a:tc>
                  <a:txBody>
                    <a:bodyPr/>
                    <a:lstStyle/>
                    <a:p>
                      <a:r>
                        <a:rPr sz="938">
                          <a:solidFill>
                            <a:srgbClr val="F4F7F5"/>
                          </a:solidFill>
                          <a:latin typeface="Arial"/>
                          <a:ea typeface="Arial"/>
                          <a:cs typeface="Arial"/>
                        </a:rPr>
                        <a:t>2026 · CASP16 ensemble assessment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“None were close fits to the combined NMR and SAXS data.”</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38">
                          <a:solidFill>
                            <a:srgbClr val="F4F7F5"/>
                          </a:solidFill>
                          <a:latin typeface="Arial"/>
                          <a:ea typeface="Arial"/>
                          <a:cs typeface="Arial"/>
                        </a:rPr>
                        <a:t>No submitted ensemble reproduced both distance and orientation evidence. This does not imply that each domain misfolded</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D75A448C-D578-4ECD-A6BB-F57F6458933B}"/>
              </a:ext>
            </a:extLst>
          </p:cNvPr>
          <p:cNvSpPr>
            <a:spLocks xmlns:a="http://schemas.openxmlformats.org/drawingml/2006/main" noGrp="1"/>
          </p:cNvSpPr>
          <p:nvPr/>
        </p:nvSpPr>
        <p:spPr>
          <a:xfrm xmlns:a="http://schemas.openxmlformats.org/drawingml/2006/main">
            <a:off x="628650" y="5619750"/>
            <a:ext cx="1093470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10" name="">
            <a:extLst xmlns:a="http://schemas.openxmlformats.org/drawingml/2006/main">
              <a:ext uri="{FF2B5EF4-FFF2-40B4-BE49-F238E27FC236}">
                <a16:creationId xmlns:a16="http://schemas.microsoft.com/office/drawing/2014/main" id="{91A07355-6898-4472-81AC-5AA4488DF650}"/>
              </a:ext>
            </a:extLst>
          </p:cNvPr>
          <p:cNvSpPr>
            <a:spLocks xmlns:a="http://schemas.openxmlformats.org/drawingml/2006/main" noGrp="1"/>
          </p:cNvSpPr>
          <p:nvPr/>
        </p:nvSpPr>
        <p:spPr>
          <a:xfrm xmlns:a="http://schemas.openxmlformats.org/drawingml/2006/main">
            <a:off x="733425" y="57721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RESEARCH GAP</a:t>
            </a:r>
          </a:p>
        </p:txBody>
      </p:sp>
      <p:sp>
        <p:nvSpPr>
          <p:cNvPr id="11" name="">
            <a:extLst xmlns:a="http://schemas.openxmlformats.org/drawingml/2006/main">
              <a:ext uri="{FF2B5EF4-FFF2-40B4-BE49-F238E27FC236}">
                <a16:creationId xmlns:a16="http://schemas.microsoft.com/office/drawing/2014/main" id="{C4617EF5-583A-46B0-BA88-D2980363CB68}"/>
              </a:ext>
            </a:extLst>
          </p:cNvPr>
          <p:cNvSpPr>
            <a:spLocks xmlns:a="http://schemas.openxmlformats.org/drawingml/2006/main" noGrp="1"/>
          </p:cNvSpPr>
          <p:nvPr/>
        </p:nvSpPr>
        <p:spPr>
          <a:xfrm xmlns:a="http://schemas.openxmlformats.org/drawingml/2006/main">
            <a:off x="2181225" y="5705475"/>
            <a:ext cx="9258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Choosing a sequence and predicting one static structure cannot establish the solution ensemble or biological outcome. Pair-specific measurements and ensemble-sensitive validation remain necessary.</a:t>
            </a:r>
          </a:p>
        </p:txBody>
      </p:sp>
    </p:spTree>
    <p:extLst>
      <p:ext uri="{BB962C8B-B14F-4D97-AF65-F5344CB8AC3E}">
        <p14:creationId xmlns:p14="http://schemas.microsoft.com/office/powerpoint/2010/main" val="5600937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F1D60C-6734-426C-BF63-942E70105CC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C7DFEC-D6A7-4CAC-9CE8-1A925C4CBEF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07EE08BD-247F-406D-B38B-59C61DB8CD2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CASP16 EVIDENCE CONTEXT</a:t>
            </a:r>
          </a:p>
        </p:txBody>
      </p:sp>
      <p:sp>
        <p:nvSpPr>
          <p:cNvPr id="4" name="">
            <a:extLst xmlns:a="http://schemas.openxmlformats.org/drawingml/2006/main">
              <a:ext uri="{FF2B5EF4-FFF2-40B4-BE49-F238E27FC236}">
                <a16:creationId xmlns:a16="http://schemas.microsoft.com/office/drawing/2014/main" id="{53E39438-E226-4389-96B3-6D48027AB1F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McBride et al. · Proteins 94 (2026) 362–380 · doi:10.1002/prot.70062</a:t>
            </a:r>
          </a:p>
        </p:txBody>
      </p:sp>
      <p:sp>
        <p:nvSpPr>
          <p:cNvPr id="5" name="">
            <a:extLst xmlns:a="http://schemas.openxmlformats.org/drawingml/2006/main">
              <a:ext uri="{FF2B5EF4-FFF2-40B4-BE49-F238E27FC236}">
                <a16:creationId xmlns:a16="http://schemas.microsoft.com/office/drawing/2014/main" id="{74BC0F6E-3415-4A33-9BC9-496A939EFA0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
            <a:extLst xmlns:a="http://schemas.openxmlformats.org/drawingml/2006/main">
              <a:ext uri="{FF2B5EF4-FFF2-40B4-BE49-F238E27FC236}">
                <a16:creationId xmlns:a16="http://schemas.microsoft.com/office/drawing/2014/main" id="{992FF138-93E9-4962-A98E-443046FFAA1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How CASP16 tested flexible linker ensembles</a:t>
            </a:r>
          </a:p>
        </p:txBody>
      </p:sp>
      <p:sp>
        <p:nvSpPr>
          <p:cNvPr id="7" name="">
            <a:extLst xmlns:a="http://schemas.openxmlformats.org/drawingml/2006/main">
              <a:ext uri="{FF2B5EF4-FFF2-40B4-BE49-F238E27FC236}">
                <a16:creationId xmlns:a16="http://schemas.microsoft.com/office/drawing/2014/main" id="{B925202D-682C-46E2-90BC-661B264D4D4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blind community assessment compared WT KADNKF and Gly6 pose distributions with solution measurements</a:t>
            </a:r>
          </a:p>
        </p:txBody>
      </p:sp>
      <p:graphicFrame>
        <p:nvGraphicFramePr>
          <p:cNvPr id="8" name="">
            <a:extLst xmlns:a="http://schemas.openxmlformats.org/drawingml/2006/main">
              <a:ext uri="{FF2B5EF4-FFF2-40B4-BE49-F238E27FC236}">
                <a16:creationId xmlns:a16="http://schemas.microsoft.com/office/drawing/2014/main" id="{0768B25A-ED31-4E3A-A562-ED1390FA04F6}"/>
              </a:ext>
            </a:extLst>
          </p:cNvPr>
          <p:cNvGraphicFramePr/>
          <p:nvPr/>
        </p:nvGraphicFramePr>
        <p:xfrm>
          <a:off xmlns:a="http://schemas.openxmlformats.org/drawingml/2006/main" x="514350" y="1581150"/>
          <a:ext xmlns:a="http://schemas.openxmlformats.org/drawingml/2006/main" cx="11163300" cy="3829050"/>
        </p:xfrm>
        <a:graphic xmlns:a="http://schemas.openxmlformats.org/drawingml/2006/main">
          <a:graphicData uri="http://schemas.openxmlformats.org/drawingml/2006/table">
            <a:tbl>
              <a:tblPr/>
              <a:tblGrid>
                <a:gridCol w="2095500"/>
                <a:gridCol w="5000625"/>
                <a:gridCol w="4067175"/>
              </a:tblGrid>
              <a:tr h="638175">
                <a:tc>
                  <a:txBody>
                    <a:bodyPr/>
                    <a:lstStyle/>
                    <a:p>
                      <a:r>
                        <a:rPr sz="900" b="1">
                          <a:solidFill>
                            <a:srgbClr val="FFFFFF"/>
                          </a:solidFill>
                          <a:latin typeface="Arial"/>
                          <a:ea typeface="Arial"/>
                          <a:cs typeface="Arial"/>
                        </a:rPr>
                        <a:t>Assessment component</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the investigators did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matters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38175">
                <a:tc>
                  <a:txBody>
                    <a:bodyPr/>
                    <a:lstStyle/>
                    <a:p>
                      <a:r>
                        <a:rPr sz="878">
                          <a:solidFill>
                            <a:srgbClr val="F4F7F5"/>
                          </a:solidFill>
                          <a:latin typeface="Arial"/>
                          <a:ea typeface="Arial"/>
                          <a:cs typeface="Arial"/>
                        </a:rPr>
                        <a:t>Targets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Two Staphylococcal protein A domain-linker-domain constructs used KADNKF or GGGGGG</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Changing only the six-residue linker tested whether predictors captured linker-dependent behaviour</a:t>
                      </a:r>
                    </a:p>
                  </a:txBody>
                  <a:tcPr marL="91440" marR="91440" marT="45720" marB="45720">
                    <a:lnR w="9525">
                      <a:solidFill>
                        <a:srgbClr val="29433A"/>
                      </a:solidFill>
                      <a:prstDash val="solid"/>
                    </a:lnR>
                    <a:lnB w="9525">
                      <a:solidFill>
                        <a:srgbClr val="29433A"/>
                      </a:solidFill>
                      <a:prstDash val="solid"/>
                    </a:lnB>
                    <a:solidFill>
                      <a:srgbClr val="102720"/>
                    </a:solidFill>
                  </a:tcPr>
                </a:tc>
              </a:tr>
              <a:tr h="638175">
                <a:tc>
                  <a:txBody>
                    <a:bodyPr/>
                    <a:lstStyle/>
                    <a:p>
                      <a:r>
                        <a:rPr sz="878">
                          <a:solidFill>
                            <a:srgbClr val="F4F7F5"/>
                          </a:solidFill>
                          <a:latin typeface="Arial"/>
                          <a:ea typeface="Arial"/>
                          <a:cs typeface="Arial"/>
                        </a:rPr>
                        <a:t>Predictions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Twenty-five groups submitted 35 population-weighted ensembles of discrete structures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The target was a distribution of poses rather than one best PDB model</a:t>
                      </a:r>
                    </a:p>
                  </a:txBody>
                  <a:tcPr marL="91440" marR="91440" marT="45720" marB="45720">
                    <a:lnR w="9525">
                      <a:solidFill>
                        <a:srgbClr val="29433A"/>
                      </a:solidFill>
                      <a:prstDash val="solid"/>
                    </a:lnR>
                    <a:lnB w="9525">
                      <a:solidFill>
                        <a:srgbClr val="29433A"/>
                      </a:solidFill>
                      <a:prstDash val="solid"/>
                    </a:lnB>
                    <a:solidFill>
                      <a:srgbClr val="143128"/>
                    </a:solidFill>
                  </a:tcPr>
                </a:tc>
              </a:tr>
              <a:tr h="638175">
                <a:tc>
                  <a:txBody>
                    <a:bodyPr/>
                    <a:lstStyle/>
                    <a:p>
                      <a:r>
                        <a:rPr sz="878">
                          <a:solidFill>
                            <a:srgbClr val="F4F7F5"/>
                          </a:solidFill>
                          <a:latin typeface="Arial"/>
                          <a:ea typeface="Arial"/>
                          <a:cs typeface="Arial"/>
                        </a:rPr>
                        <a:t>SAXS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Solution scattering data were measured for both linker variants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SAXS reports global shape and interdomain distance distributions</a:t>
                      </a:r>
                    </a:p>
                  </a:txBody>
                  <a:tcPr marL="91440" marR="91440" marT="45720" marB="45720">
                    <a:lnR w="9525">
                      <a:solidFill>
                        <a:srgbClr val="29433A"/>
                      </a:solidFill>
                      <a:prstDash val="solid"/>
                    </a:lnR>
                    <a:lnB w="9525">
                      <a:solidFill>
                        <a:srgbClr val="29433A"/>
                      </a:solidFill>
                      <a:prstDash val="solid"/>
                    </a:lnB>
                    <a:solidFill>
                      <a:srgbClr val="102720"/>
                    </a:solidFill>
                  </a:tcPr>
                </a:tc>
              </a:tr>
              <a:tr h="638175">
                <a:tc>
                  <a:txBody>
                    <a:bodyPr/>
                    <a:lstStyle/>
                    <a:p>
                      <a:r>
                        <a:rPr sz="878">
                          <a:solidFill>
                            <a:srgbClr val="F4F7F5"/>
                          </a:solidFill>
                          <a:latin typeface="Arial"/>
                          <a:ea typeface="Arial"/>
                          <a:cs typeface="Arial"/>
                        </a:rPr>
                        <a:t>NMR RDC</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Residual dipolar couplings were measured for the WT KADNKF construct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78">
                          <a:solidFill>
                            <a:srgbClr val="F4F7F5"/>
                          </a:solidFill>
                          <a:latin typeface="Arial"/>
                          <a:ea typeface="Arial"/>
                          <a:cs typeface="Arial"/>
                        </a:rPr>
                        <a:t>RDCs provide residue-specific information about relative domain orientation</a:t>
                      </a:r>
                    </a:p>
                  </a:txBody>
                  <a:tcPr marL="91440" marR="91440" marT="45720" marB="45720">
                    <a:lnR w="9525">
                      <a:solidFill>
                        <a:srgbClr val="29433A"/>
                      </a:solidFill>
                      <a:prstDash val="solid"/>
                    </a:lnR>
                    <a:lnB w="9525">
                      <a:solidFill>
                        <a:srgbClr val="29433A"/>
                      </a:solidFill>
                      <a:prstDash val="solid"/>
                    </a:lnB>
                    <a:solidFill>
                      <a:srgbClr val="143128"/>
                    </a:solidFill>
                  </a:tcPr>
                </a:tc>
              </a:tr>
              <a:tr h="638175">
                <a:tc>
                  <a:txBody>
                    <a:bodyPr/>
                    <a:lstStyle/>
                    <a:p>
                      <a:r>
                        <a:rPr sz="878">
                          <a:solidFill>
                            <a:srgbClr val="F4F7F5"/>
                          </a:solidFill>
                          <a:latin typeface="Arial"/>
                          <a:ea typeface="Arial"/>
                          <a:cs typeface="Arial"/>
                        </a:rPr>
                        <a:t>Evaluation and result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The team back-calculated SAXS and RDC observables from each ensemble. None fit both closely or reproduced the WT–Gly6 SAXS difference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78">
                          <a:solidFill>
                            <a:srgbClr val="F4F7F5"/>
                          </a:solidFill>
                          <a:latin typeface="Arial"/>
                          <a:ea typeface="Arial"/>
                          <a:cs typeface="Arial"/>
                        </a:rPr>
                        <a:t>A plausible domain fold can still have an incorrect interdomain pose distribution</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33DA333B-3C6F-43AC-8E6D-8BFFED8B4F4E}"/>
              </a:ext>
            </a:extLst>
          </p:cNvPr>
          <p:cNvSpPr>
            <a:spLocks xmlns:a="http://schemas.openxmlformats.org/drawingml/2006/main" noGrp="1"/>
          </p:cNvSpPr>
          <p:nvPr/>
        </p:nvSpPr>
        <p:spPr>
          <a:xfrm xmlns:a="http://schemas.openxmlformats.org/drawingml/2006/main">
            <a:off x="628650" y="563880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
            <a:extLst xmlns:a="http://schemas.openxmlformats.org/drawingml/2006/main">
              <a:ext uri="{FF2B5EF4-FFF2-40B4-BE49-F238E27FC236}">
                <a16:creationId xmlns:a16="http://schemas.microsoft.com/office/drawing/2014/main" id="{14CEA242-A8F1-4A4A-8D05-6910B6D556EE}"/>
              </a:ext>
            </a:extLst>
          </p:cNvPr>
          <p:cNvSpPr>
            <a:spLocks xmlns:a="http://schemas.openxmlformats.org/drawingml/2006/main" noGrp="1"/>
          </p:cNvSpPr>
          <p:nvPr/>
        </p:nvSpPr>
        <p:spPr>
          <a:xfrm xmlns:a="http://schemas.openxmlformats.org/drawingml/2006/main">
            <a:off x="733425" y="5800725"/>
            <a:ext cx="1952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LINKERFORGE IMPLICATION</a:t>
            </a:r>
          </a:p>
        </p:txBody>
      </p:sp>
      <p:sp>
        <p:nvSpPr>
          <p:cNvPr id="11" name="">
            <a:extLst xmlns:a="http://schemas.openxmlformats.org/drawingml/2006/main">
              <a:ext uri="{FF2B5EF4-FFF2-40B4-BE49-F238E27FC236}">
                <a16:creationId xmlns:a16="http://schemas.microsoft.com/office/drawing/2014/main" id="{B2861353-D00F-4A23-8651-FE7CFCE1B515}"/>
              </a:ext>
            </a:extLst>
          </p:cNvPr>
          <p:cNvSpPr>
            <a:spLocks xmlns:a="http://schemas.openxmlformats.org/drawingml/2006/main" noGrp="1"/>
          </p:cNvSpPr>
          <p:nvPr/>
        </p:nvSpPr>
        <p:spPr>
          <a:xfrm xmlns:a="http://schemas.openxmlformats.org/drawingml/2006/main">
            <a:off x="2714625" y="5715000"/>
            <a:ext cx="872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Static structure confidence cannot validate flexible interdomain motion. A future dynamics claim requires ensemble sampling followed by experimental restraints such as SAXS, NMR RDC or FRET.</a:t>
            </a:r>
          </a:p>
        </p:txBody>
      </p:sp>
    </p:spTree>
    <p:extLst>
      <p:ext uri="{BB962C8B-B14F-4D97-AF65-F5344CB8AC3E}">
        <p14:creationId xmlns:p14="http://schemas.microsoft.com/office/powerpoint/2010/main" val="30586566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848A07-A3AE-46F1-9A12-8E0C9E6A263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E2EE175-444F-46B1-8467-B90CDE75F244}"/>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8FDF5B67-AA4C-4670-A8FF-4DC187C4100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
            <a:extLst xmlns:a="http://schemas.openxmlformats.org/drawingml/2006/main">
              <a:ext uri="{FF2B5EF4-FFF2-40B4-BE49-F238E27FC236}">
                <a16:creationId xmlns:a16="http://schemas.microsoft.com/office/drawing/2014/main" id="{2C1CD04F-11A3-43F0-951E-E011977DDC93}"/>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
            <a:extLst xmlns:a="http://schemas.openxmlformats.org/drawingml/2006/main">
              <a:ext uri="{FF2B5EF4-FFF2-40B4-BE49-F238E27FC236}">
                <a16:creationId xmlns:a16="http://schemas.microsoft.com/office/drawing/2014/main" id="{5FF638EA-5D30-42DA-A5EA-4FD1CEF75AD8}"/>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
            <a:extLst xmlns:a="http://schemas.openxmlformats.org/drawingml/2006/main">
              <a:ext uri="{FF2B5EF4-FFF2-40B4-BE49-F238E27FC236}">
                <a16:creationId xmlns:a16="http://schemas.microsoft.com/office/drawing/2014/main" id="{F54913E0-70D4-433B-9492-CA9C587229E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Current models and the LinkerForge target</a:t>
            </a:r>
          </a:p>
        </p:txBody>
      </p:sp>
      <p:sp>
        <p:nvSpPr>
          <p:cNvPr id="7" name="">
            <a:extLst xmlns:a="http://schemas.openxmlformats.org/drawingml/2006/main">
              <a:ext uri="{FF2B5EF4-FFF2-40B4-BE49-F238E27FC236}">
                <a16:creationId xmlns:a16="http://schemas.microsoft.com/office/drawing/2014/main" id="{80536FE7-6FF8-4A5C-91D4-D3A3C07E857E}"/>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Comparison in progress. Current differences concern evidence scope rather than method superiority</a:t>
            </a:r>
          </a:p>
        </p:txBody>
      </p:sp>
      <p:graphicFrame>
        <p:nvGraphicFramePr>
          <p:cNvPr id="8" name="">
            <a:extLst xmlns:a="http://schemas.openxmlformats.org/drawingml/2006/main">
              <a:ext uri="{FF2B5EF4-FFF2-40B4-BE49-F238E27FC236}">
                <a16:creationId xmlns:a16="http://schemas.microsoft.com/office/drawing/2014/main" id="{70443889-CAF6-4056-8BB0-FA00B104DEE9}"/>
              </a:ext>
            </a:extLst>
          </p:cNvPr>
          <p:cNvGraphicFramePr/>
          <p:nvPr/>
        </p:nvGraphicFramePr>
        <p:xfrm>
          <a:off xmlns:a="http://schemas.openxmlformats.org/drawingml/2006/main" x="514350" y="1581150"/>
          <a:ext xmlns:a="http://schemas.openxmlformats.org/drawingml/2006/main" cx="11163300" cy="3943350"/>
        </p:xfrm>
        <a:graphic xmlns:a="http://schemas.openxmlformats.org/drawingml/2006/main">
          <a:graphicData uri="http://schemas.openxmlformats.org/drawingml/2006/table">
            <a:tbl>
              <a:tblPr/>
              <a:tblGrid>
                <a:gridCol w="2095500"/>
                <a:gridCol w="2381250"/>
                <a:gridCol w="3048000"/>
                <a:gridCol w="3638550"/>
              </a:tblGrid>
              <a:tr h="657225">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Primary output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Context represented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Evidence currently available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57225">
                <a:tc>
                  <a:txBody>
                    <a:bodyPr/>
                    <a:lstStyle/>
                    <a:p>
                      <a:r>
                        <a:rPr sz="863">
                          <a:solidFill>
                            <a:srgbClr val="F4F7F5"/>
                          </a:solidFill>
                          <a:latin typeface="Arial"/>
                          <a:ea typeface="Arial"/>
                          <a:cs typeface="Arial"/>
                        </a:rPr>
                        <a:t>LINKER / SynLinker</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Generated or retrieved linker candidates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Linker properties and curated templates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Generation and retrieval evidence. No matched experimental outcome benchmark</a:t>
                      </a:r>
                    </a:p>
                  </a:txBody>
                  <a:tcPr marL="91440" marR="91440" marT="45720" marB="45720">
                    <a:lnR w="9525">
                      <a:solidFill>
                        <a:srgbClr val="29433A"/>
                      </a:solidFill>
                      <a:prstDash val="solid"/>
                    </a:lnR>
                    <a:lnB w="9525">
                      <a:solidFill>
                        <a:srgbClr val="29433A"/>
                      </a:solidFill>
                      <a:prstDash val="solid"/>
                    </a:lnB>
                    <a:solidFill>
                      <a:srgbClr val="102720"/>
                    </a:solidFill>
                  </a:tcPr>
                </a:tc>
              </a:tr>
              <a:tr h="657225">
                <a:tc>
                  <a:txBody>
                    <a:bodyPr/>
                    <a:lstStyle/>
                    <a:p>
                      <a:r>
                        <a:rPr sz="863">
                          <a:solidFill>
                            <a:srgbClr val="F4F7F5"/>
                          </a:solidFill>
                          <a:latin typeface="Arial"/>
                          <a:ea typeface="Arial"/>
                          <a:cs typeface="Arial"/>
                        </a:rPr>
                        <a:t>DFLpred / APOD / TransDFL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Per-residue DFL score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One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Residue-level classification benchmarks for a different scientific task</a:t>
                      </a:r>
                    </a:p>
                  </a:txBody>
                  <a:tcPr marL="91440" marR="91440" marT="45720" marB="45720">
                    <a:lnR w="9525">
                      <a:solidFill>
                        <a:srgbClr val="29433A"/>
                      </a:solidFill>
                      <a:prstDash val="solid"/>
                    </a:lnR>
                    <a:lnB w="9525">
                      <a:solidFill>
                        <a:srgbClr val="29433A"/>
                      </a:solidFill>
                      <a:prstDash val="solid"/>
                    </a:lnB>
                    <a:solidFill>
                      <a:srgbClr val="143128"/>
                    </a:solidFill>
                  </a:tcPr>
                </a:tc>
              </a:tr>
              <a:tr h="657225">
                <a:tc>
                  <a:txBody>
                    <a:bodyPr/>
                    <a:lstStyle/>
                    <a:p>
                      <a:r>
                        <a:rPr sz="863">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Fluorescence prediction and linker customization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370 linkers in one sfGFP–nanobody system plus AF2 features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Strong system-specific experimental evidence from measured fluorescence</a:t>
                      </a:r>
                    </a:p>
                  </a:txBody>
                  <a:tcPr marL="91440" marR="91440" marT="45720" marB="45720">
                    <a:lnR w="9525">
                      <a:solidFill>
                        <a:srgbClr val="29433A"/>
                      </a:solidFill>
                      <a:prstDash val="solid"/>
                    </a:lnR>
                    <a:lnB w="9525">
                      <a:solidFill>
                        <a:srgbClr val="29433A"/>
                      </a:solidFill>
                      <a:prstDash val="solid"/>
                    </a:lnB>
                    <a:solidFill>
                      <a:srgbClr val="102720"/>
                    </a:solidFill>
                  </a:tcPr>
                </a:tc>
              </a:tr>
              <a:tr h="657225">
                <a:tc>
                  <a:txBody>
                    <a:bodyPr/>
                    <a:lstStyle/>
                    <a:p>
                      <a:r>
                        <a:rPr sz="863">
                          <a:solidFill>
                            <a:srgbClr val="F4F7F5"/>
                          </a:solidFill>
                          <a:latin typeface="Arial"/>
                          <a:ea typeface="Arial"/>
                          <a:cs typeface="Arial"/>
                        </a:rPr>
                        <a:t>AlphaFold2 / ColabFold</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Structure model and confidence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Complete supplied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Computational confidence without functional or ensemble validation</a:t>
                      </a:r>
                    </a:p>
                  </a:txBody>
                  <a:tcPr marL="91440" marR="91440" marT="45720" marB="45720">
                    <a:lnR w="9525">
                      <a:solidFill>
                        <a:srgbClr val="29433A"/>
                      </a:solidFill>
                      <a:prstDash val="solid"/>
                    </a:lnR>
                    <a:lnB w="9525">
                      <a:solidFill>
                        <a:srgbClr val="29433A"/>
                      </a:solidFill>
                      <a:prstDash val="solid"/>
                    </a:lnB>
                    <a:solidFill>
                      <a:srgbClr val="143128"/>
                    </a:solidFill>
                  </a:tcPr>
                </a:tc>
              </a:tr>
              <a:tr h="657225">
                <a:tc>
                  <a:txBody>
                    <a:bodyPr/>
                    <a:lstStyle/>
                    <a:p>
                      <a:r>
                        <a:rPr sz="863">
                          <a:solidFill>
                            <a:srgbClr val="F4F7F5"/>
                          </a:solidFill>
                          <a:latin typeface="Arial"/>
                          <a:ea typeface="Arial"/>
                          <a:cs typeface="Arial"/>
                        </a:rPr>
                        <a:t>LinkerForge target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Pair-conditioned ranking with a matched evidence bundle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Both domains, attachment context, candidate, and full fusion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Three-pair computational acceptance panel. External and experimental evidence remain incomplete</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C0AA59DF-76F1-49DC-B900-01048458F882}"/>
              </a:ext>
            </a:extLst>
          </p:cNvPr>
          <p:cNvSpPr>
            <a:spLocks xmlns:a="http://schemas.openxmlformats.org/drawingml/2006/main" noGrp="1"/>
          </p:cNvSpPr>
          <p:nvPr/>
        </p:nvSpPr>
        <p:spPr>
          <a:xfrm xmlns:a="http://schemas.openxmlformats.org/drawingml/2006/main">
            <a:off x="628650" y="581025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
            <a:extLst xmlns:a="http://schemas.openxmlformats.org/drawingml/2006/main">
              <a:ext uri="{FF2B5EF4-FFF2-40B4-BE49-F238E27FC236}">
                <a16:creationId xmlns:a16="http://schemas.microsoft.com/office/drawing/2014/main" id="{A4D1F932-FDF5-4548-BDE4-10146C70A6A4}"/>
              </a:ext>
            </a:extLst>
          </p:cNvPr>
          <p:cNvSpPr>
            <a:spLocks xmlns:a="http://schemas.openxmlformats.org/drawingml/2006/main" noGrp="1"/>
          </p:cNvSpPr>
          <p:nvPr/>
        </p:nvSpPr>
        <p:spPr>
          <a:xfrm xmlns:a="http://schemas.openxmlformats.org/drawingml/2006/main">
            <a:off x="733425" y="59626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EVIDENCE INTERPRETATION</a:t>
            </a:r>
          </a:p>
        </p:txBody>
      </p:sp>
      <p:sp>
        <p:nvSpPr>
          <p:cNvPr id="11" name="">
            <a:extLst xmlns:a="http://schemas.openxmlformats.org/drawingml/2006/main">
              <a:ext uri="{FF2B5EF4-FFF2-40B4-BE49-F238E27FC236}">
                <a16:creationId xmlns:a16="http://schemas.microsoft.com/office/drawing/2014/main" id="{52245BD0-2793-4EB6-9F78-31DE1A92B1B7}"/>
              </a:ext>
            </a:extLst>
          </p:cNvPr>
          <p:cNvSpPr>
            <a:spLocks xmlns:a="http://schemas.openxmlformats.org/drawingml/2006/main" noGrp="1"/>
          </p:cNvSpPr>
          <p:nvPr/>
        </p:nvSpPr>
        <p:spPr>
          <a:xfrm xmlns:a="http://schemas.openxmlformats.org/drawingml/2006/main">
            <a:off x="2628900" y="5895975"/>
            <a:ext cx="8810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405"/>
          </a:bodyPr>
          <a:lstStyle xmlns:a="http://schemas.openxmlformats.org/drawingml/2006/main">
            <a:defPPr algn="l">
              <a:defRPr sz="1050" b="1" i="0">
                <a:solidFill>
                  <a:srgbClr val="F4F7F5"/>
                </a:solidFill>
                <a:latin typeface="Arial"/>
                <a:ea typeface="Arial"/>
                <a:cs typeface="Arial"/>
              </a:defRPr>
            </a:defPPr>
            <a:lvl1pPr algn="l">
              <a:defRPr sz="1050" b="1" i="0">
                <a:solidFill>
                  <a:srgbClr val="F4F7F5"/>
                </a:solidFill>
                <a:latin typeface="Arial"/>
                <a:ea typeface="Arial"/>
                <a:cs typeface="Arial"/>
              </a:defRPr>
            </a:lvl1pPr>
            <a:lvl2pPr algn="l">
              <a:defRPr sz="1050" b="1" i="0">
                <a:solidFill>
                  <a:srgbClr val="F4F7F5"/>
                </a:solidFill>
                <a:latin typeface="Arial"/>
                <a:ea typeface="Arial"/>
                <a:cs typeface="Arial"/>
              </a:defRPr>
            </a:lvl2pPr>
            <a:lvl3pPr algn="l">
              <a:defRPr sz="1050" b="1" i="0">
                <a:solidFill>
                  <a:srgbClr val="F4F7F5"/>
                </a:solidFill>
                <a:latin typeface="Arial"/>
                <a:ea typeface="Arial"/>
                <a:cs typeface="Arial"/>
              </a:defRPr>
            </a:lvl3pPr>
            <a:lvl4pPr algn="l">
              <a:defRPr sz="1050" b="1" i="0">
                <a:solidFill>
                  <a:srgbClr val="F4F7F5"/>
                </a:solidFill>
                <a:latin typeface="Arial"/>
                <a:ea typeface="Arial"/>
                <a:cs typeface="Arial"/>
              </a:defRPr>
            </a:lvl4pPr>
            <a:lvl5pPr algn="l">
              <a:defRPr sz="1050" b="1" i="0">
                <a:solidFill>
                  <a:srgbClr val="F4F7F5"/>
                </a:solidFill>
                <a:latin typeface="Arial"/>
                <a:ea typeface="Arial"/>
                <a:cs typeface="Arial"/>
              </a:defRPr>
            </a:lvl5pPr>
            <a:lvl6pPr algn="l">
              <a:defRPr sz="1050" b="1" i="0">
                <a:solidFill>
                  <a:srgbClr val="F4F7F5"/>
                </a:solidFill>
                <a:latin typeface="Arial"/>
                <a:ea typeface="Arial"/>
                <a:cs typeface="Arial"/>
              </a:defRPr>
            </a:lvl6pPr>
            <a:lvl7pPr algn="l">
              <a:defRPr sz="1050" b="1" i="0">
                <a:solidFill>
                  <a:srgbClr val="F4F7F5"/>
                </a:solidFill>
                <a:latin typeface="Arial"/>
                <a:ea typeface="Arial"/>
                <a:cs typeface="Arial"/>
              </a:defRPr>
            </a:lvl7pPr>
            <a:lvl8pPr algn="l">
              <a:defRPr sz="1050" b="1" i="0">
                <a:solidFill>
                  <a:srgbClr val="F4F7F5"/>
                </a:solidFill>
                <a:latin typeface="Arial"/>
                <a:ea typeface="Arial"/>
                <a:cs typeface="Arial"/>
              </a:defRPr>
            </a:lvl8pPr>
            <a:lvl9pPr algn="l">
              <a:defRPr sz="1050" b="1" i="0">
                <a:solidFill>
                  <a:srgbClr val="F4F7F5"/>
                </a:solidFill>
                <a:latin typeface="Arial"/>
                <a:ea typeface="Arial"/>
                <a:cs typeface="Arial"/>
              </a:defRPr>
            </a:lvl9pPr>
          </a:lstStyle>
          <a:p xmlns:a="http://schemas.openxmlformats.org/drawingml/2006/main">
            <a:pPr algn="l">
              <a:defRPr sz="1050" b="1" i="0">
                <a:solidFill>
                  <a:srgbClr val="F4F7F5"/>
                </a:solidFill>
                <a:latin typeface="Arial"/>
                <a:ea typeface="Arial"/>
                <a:cs typeface="Arial"/>
              </a:defRPr>
            </a:pPr>
            <a:r>
              <a:rPr sz="1050" b="1" i="0">
                <a:solidFill>
                  <a:srgbClr val="F4F7F5"/>
                </a:solidFill>
                <a:latin typeface="Arial"/>
                <a:ea typeface="Arial"/>
                <a:cs typeface="Arial"/>
              </a:rPr>
              <a:t>Li et al. provides stronger system-specific experimental evidence. CASP16 shows why a confident single structure cannot validate flexible interdomain pose distributions. LinkerForge currently supplies computational evidence only.</a:t>
            </a:r>
          </a:p>
        </p:txBody>
      </p:sp>
    </p:spTree>
    <p:extLst>
      <p:ext uri="{BB962C8B-B14F-4D97-AF65-F5344CB8AC3E}">
        <p14:creationId xmlns:p14="http://schemas.microsoft.com/office/powerpoint/2010/main" val="42703899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220F486-7099-4C8B-919D-548EC80559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FE9F-3BDD-416E-8E22-DA3C0784E9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F56FDD4B-DB9A-4A96-937C-5DCCB48F8C9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xmlns:a="http://schemas.openxmlformats.org/drawingml/2006/main">
              <a:ext uri="{FF2B5EF4-FFF2-40B4-BE49-F238E27FC236}">
                <a16:creationId xmlns:a16="http://schemas.microsoft.com/office/drawing/2014/main" id="{8A5E43E7-27D2-43F9-93C5-BE18741B955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xmlns:a="http://schemas.openxmlformats.org/drawingml/2006/main">
              <a:ext uri="{FF2B5EF4-FFF2-40B4-BE49-F238E27FC236}">
                <a16:creationId xmlns:a16="http://schemas.microsoft.com/office/drawing/2014/main" id="{B2951D6F-EF00-4F1F-AC59-0BE1E00E8F4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xmlns:a="http://schemas.openxmlformats.org/drawingml/2006/main">
              <a:ext uri="{FF2B5EF4-FFF2-40B4-BE49-F238E27FC236}">
                <a16:creationId xmlns:a16="http://schemas.microsoft.com/office/drawing/2014/main" id="{1C9342F1-7B97-4BF8-9854-34B12266B4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gap and present scope</a:t>
            </a:r>
          </a:p>
        </p:txBody>
      </p:sp>
      <p:sp>
        <p:nvSpPr>
          <p:cNvPr id="7" name="Rectangle 6">
            <a:extLst xmlns:a="http://schemas.openxmlformats.org/drawingml/2006/main">
              <a:ext uri="{FF2B5EF4-FFF2-40B4-BE49-F238E27FC236}">
                <a16:creationId xmlns:a16="http://schemas.microsoft.com/office/drawing/2014/main" id="{38635D9F-AA71-41A9-BDA4-81BFB80054B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xmlns:a="http://schemas.openxmlformats.org/drawingml/2006/main">
              <a:ext uri="{FF2B5EF4-FFF2-40B4-BE49-F238E27FC236}">
                <a16:creationId xmlns:a16="http://schemas.microsoft.com/office/drawing/2014/main" id="{8108CB20-0721-427A-B8CC-9EAC7D36716B}"/>
              </a:ext>
            </a:extLst>
          </p:cNvPr>
          <p:cNvSpPr>
            <a:spLocks xmlns:a="http://schemas.openxmlformats.org/drawingml/2006/main" noGrp="1"/>
          </p:cNvSpPr>
          <p:nvPr/>
        </p:nvSpPr>
        <p:spPr>
          <a:xfrm xmlns:a="http://schemas.openxmlformats.org/drawingml/2006/main">
            <a:off x="62865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4E9BEC"/>
                </a:solidFill>
                <a:latin typeface="Arial"/>
                <a:ea typeface="Arial"/>
                <a:cs typeface="Arial"/>
              </a:defRPr>
            </a:defPPr>
            <a:lvl1pPr algn="l">
              <a:buNone/>
              <a:defRPr sz="975" b="1" i="0">
                <a:solidFill>
                  <a:srgbClr val="4E9BEC"/>
                </a:solidFill>
                <a:latin typeface="Arial"/>
                <a:ea typeface="Arial"/>
                <a:cs typeface="Arial"/>
              </a:defRPr>
            </a:lvl1pPr>
            <a:lvl2pPr algn="l">
              <a:buNone/>
              <a:defRPr sz="975" b="1" i="0">
                <a:solidFill>
                  <a:srgbClr val="4E9BEC"/>
                </a:solidFill>
                <a:latin typeface="Arial"/>
                <a:ea typeface="Arial"/>
                <a:cs typeface="Arial"/>
              </a:defRPr>
            </a:lvl2pPr>
            <a:lvl3pPr algn="l">
              <a:buNone/>
              <a:defRPr sz="975" b="1" i="0">
                <a:solidFill>
                  <a:srgbClr val="4E9BEC"/>
                </a:solidFill>
                <a:latin typeface="Arial"/>
                <a:ea typeface="Arial"/>
                <a:cs typeface="Arial"/>
              </a:defRPr>
            </a:lvl3pPr>
            <a:lvl4pPr algn="l">
              <a:buNone/>
              <a:defRPr sz="975" b="1" i="0">
                <a:solidFill>
                  <a:srgbClr val="4E9BEC"/>
                </a:solidFill>
                <a:latin typeface="Arial"/>
                <a:ea typeface="Arial"/>
                <a:cs typeface="Arial"/>
              </a:defRPr>
            </a:lvl4pPr>
            <a:lvl5pPr algn="l">
              <a:buNone/>
              <a:defRPr sz="975" b="1" i="0">
                <a:solidFill>
                  <a:srgbClr val="4E9BEC"/>
                </a:solidFill>
                <a:latin typeface="Arial"/>
                <a:ea typeface="Arial"/>
                <a:cs typeface="Arial"/>
              </a:defRPr>
            </a:lvl5pPr>
            <a:lvl6pPr algn="l">
              <a:buNone/>
              <a:defRPr sz="975" b="1" i="0">
                <a:solidFill>
                  <a:srgbClr val="4E9BEC"/>
                </a:solidFill>
                <a:latin typeface="Arial"/>
                <a:ea typeface="Arial"/>
                <a:cs typeface="Arial"/>
              </a:defRPr>
            </a:lvl6pPr>
            <a:lvl7pPr algn="l">
              <a:buNone/>
              <a:defRPr sz="975" b="1" i="0">
                <a:solidFill>
                  <a:srgbClr val="4E9BEC"/>
                </a:solidFill>
                <a:latin typeface="Arial"/>
                <a:ea typeface="Arial"/>
                <a:cs typeface="Arial"/>
              </a:defRPr>
            </a:lvl7pPr>
            <a:lvl8pPr algn="l">
              <a:buNone/>
              <a:defRPr sz="975" b="1" i="0">
                <a:solidFill>
                  <a:srgbClr val="4E9BEC"/>
                </a:solidFill>
                <a:latin typeface="Arial"/>
                <a:ea typeface="Arial"/>
                <a:cs typeface="Arial"/>
              </a:defRPr>
            </a:lvl8pPr>
            <a:lvl9pPr algn="l">
              <a:buNone/>
              <a:defRPr sz="975" b="1" i="0">
                <a:solidFill>
                  <a:srgbClr val="4E9BEC"/>
                </a:solidFill>
                <a:latin typeface="Arial"/>
                <a:ea typeface="Arial"/>
                <a:cs typeface="Arial"/>
              </a:defRPr>
            </a:lvl9pPr>
          </a:lstStyle>
          <a:p xmlns:a="http://schemas.openxmlformats.org/drawingml/2006/main">
            <a:pPr algn="l">
              <a:buNone/>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xmlns:a="http://schemas.openxmlformats.org/drawingml/2006/main">
              <a:ext uri="{FF2B5EF4-FFF2-40B4-BE49-F238E27FC236}">
                <a16:creationId xmlns:a16="http://schemas.microsoft.com/office/drawing/2014/main" id="{789FD07C-7810-485A-A309-14D321A4572C}"/>
              </a:ext>
            </a:extLst>
          </p:cNvPr>
          <p:cNvSpPr>
            <a:spLocks xmlns:a="http://schemas.openxmlformats.org/drawingml/2006/main" noGrp="1"/>
          </p:cNvSpPr>
          <p:nvPr/>
        </p:nvSpPr>
        <p:spPr>
          <a:xfrm xmlns:a="http://schemas.openxmlformats.org/drawingml/2006/main">
            <a:off x="628650" y="2076450"/>
            <a:ext cx="3333750" cy="0"/>
          </a:xfrm>
          <a:prstGeom xmlns:a="http://schemas.openxmlformats.org/drawingml/2006/main" prst="line">
            <a:avLst/>
          </a:prstGeom>
          <a:noFill xmlns:a="http://schemas.openxmlformats.org/drawingml/2006/main"/>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77670CE9-B1F8-4E7C-AF00-CA88AFF2EF80}"/>
              </a:ext>
            </a:extLst>
          </p:cNvPr>
          <p:cNvSpPr>
            <a:spLocks xmlns:a="http://schemas.openxmlformats.org/drawingml/2006/main" noGrp="1"/>
          </p:cNvSpPr>
          <p:nvPr/>
        </p:nvSpPr>
        <p:spPr>
          <a:xfrm xmlns:a="http://schemas.openxmlformats.org/drawingml/2006/main">
            <a:off x="62865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xmlns:a="http://schemas.openxmlformats.org/drawingml/2006/main">
              <a:ext uri="{FF2B5EF4-FFF2-40B4-BE49-F238E27FC236}">
                <a16:creationId xmlns:a16="http://schemas.microsoft.com/office/drawing/2014/main" id="{AE002E7F-AF01-40FB-B354-AB3A013197A0}"/>
              </a:ext>
            </a:extLst>
          </p:cNvPr>
          <p:cNvSpPr>
            <a:spLocks xmlns:a="http://schemas.openxmlformats.org/drawingml/2006/main" noGrp="1"/>
          </p:cNvSpPr>
          <p:nvPr/>
        </p:nvSpPr>
        <p:spPr>
          <a:xfrm xmlns:a="http://schemas.openxmlformats.org/drawingml/2006/main">
            <a:off x="62865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xmlns:a="http://schemas.openxmlformats.org/drawingml/2006/main">
              <a:ext uri="{FF2B5EF4-FFF2-40B4-BE49-F238E27FC236}">
                <a16:creationId xmlns:a16="http://schemas.microsoft.com/office/drawing/2014/main" id="{4F4C1362-E549-424F-9FBB-15414858592C}"/>
              </a:ext>
            </a:extLst>
          </p:cNvPr>
          <p:cNvSpPr>
            <a:spLocks xmlns:a="http://schemas.openxmlformats.org/drawingml/2006/main" noGrp="1"/>
          </p:cNvSpPr>
          <p:nvPr/>
        </p:nvSpPr>
        <p:spPr>
          <a:xfrm xmlns:a="http://schemas.openxmlformats.org/drawingml/2006/main">
            <a:off x="62865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xmlns:a="http://schemas.openxmlformats.org/drawingml/2006/main">
              <a:ext uri="{FF2B5EF4-FFF2-40B4-BE49-F238E27FC236}">
                <a16:creationId xmlns:a16="http://schemas.microsoft.com/office/drawing/2014/main" id="{01E7262E-0CCF-4AD1-8A11-A666D4E6F75F}"/>
              </a:ext>
            </a:extLst>
          </p:cNvPr>
          <p:cNvSpPr>
            <a:spLocks xmlns:a="http://schemas.openxmlformats.org/drawingml/2006/main" noGrp="1"/>
          </p:cNvSpPr>
          <p:nvPr/>
        </p:nvSpPr>
        <p:spPr>
          <a:xfrm xmlns:a="http://schemas.openxmlformats.org/drawingml/2006/main">
            <a:off x="62865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xmlns:a="http://schemas.openxmlformats.org/drawingml/2006/main">
              <a:ext uri="{FF2B5EF4-FFF2-40B4-BE49-F238E27FC236}">
                <a16:creationId xmlns:a16="http://schemas.microsoft.com/office/drawing/2014/main" id="{D5689DAB-3EA9-4B89-B6B1-0B8FC22B624F}"/>
              </a:ext>
            </a:extLst>
          </p:cNvPr>
          <p:cNvSpPr>
            <a:spLocks xmlns:a="http://schemas.openxmlformats.org/drawingml/2006/main" noGrp="1"/>
          </p:cNvSpPr>
          <p:nvPr/>
        </p:nvSpPr>
        <p:spPr>
          <a:xfrm xmlns:a="http://schemas.openxmlformats.org/drawingml/2006/main">
            <a:off x="4191000"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5" name="Rectangle 14">
            <a:extLst xmlns:a="http://schemas.openxmlformats.org/drawingml/2006/main">
              <a:ext uri="{FF2B5EF4-FFF2-40B4-BE49-F238E27FC236}">
                <a16:creationId xmlns:a16="http://schemas.microsoft.com/office/drawing/2014/main" id="{C70A8FF4-4E0E-4D30-A0A4-A0C59776898F}"/>
              </a:ext>
            </a:extLst>
          </p:cNvPr>
          <p:cNvSpPr>
            <a:spLocks xmlns:a="http://schemas.openxmlformats.org/drawingml/2006/main" noGrp="1"/>
          </p:cNvSpPr>
          <p:nvPr/>
        </p:nvSpPr>
        <p:spPr>
          <a:xfrm xmlns:a="http://schemas.openxmlformats.org/drawingml/2006/main">
            <a:off x="4429125"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xmlns:a="http://schemas.openxmlformats.org/drawingml/2006/main">
              <a:ext uri="{FF2B5EF4-FFF2-40B4-BE49-F238E27FC236}">
                <a16:creationId xmlns:a16="http://schemas.microsoft.com/office/drawing/2014/main" id="{048E00B7-AB9A-4107-80A1-E1F8EB8FA22E}"/>
              </a:ext>
            </a:extLst>
          </p:cNvPr>
          <p:cNvSpPr>
            <a:spLocks xmlns:a="http://schemas.openxmlformats.org/drawingml/2006/main" noGrp="1"/>
          </p:cNvSpPr>
          <p:nvPr/>
        </p:nvSpPr>
        <p:spPr>
          <a:xfrm xmlns:a="http://schemas.openxmlformats.org/drawingml/2006/main">
            <a:off x="4429125" y="2076450"/>
            <a:ext cx="333375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7" name="Rectangle 16">
            <a:extLst xmlns:a="http://schemas.openxmlformats.org/drawingml/2006/main">
              <a:ext uri="{FF2B5EF4-FFF2-40B4-BE49-F238E27FC236}">
                <a16:creationId xmlns:a16="http://schemas.microsoft.com/office/drawing/2014/main" id="{2D6EC446-AD15-4BC0-AC20-A514FC8A8856}"/>
              </a:ext>
            </a:extLst>
          </p:cNvPr>
          <p:cNvSpPr>
            <a:spLocks xmlns:a="http://schemas.openxmlformats.org/drawingml/2006/main" noGrp="1"/>
          </p:cNvSpPr>
          <p:nvPr/>
        </p:nvSpPr>
        <p:spPr>
          <a:xfrm xmlns:a="http://schemas.openxmlformats.org/drawingml/2006/main">
            <a:off x="4429125"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xmlns:a="http://schemas.openxmlformats.org/drawingml/2006/main">
              <a:ext uri="{FF2B5EF4-FFF2-40B4-BE49-F238E27FC236}">
                <a16:creationId xmlns:a16="http://schemas.microsoft.com/office/drawing/2014/main" id="{596F2F7B-2869-4E8B-9AFF-A8A1F9DE1AC0}"/>
              </a:ext>
            </a:extLst>
          </p:cNvPr>
          <p:cNvSpPr>
            <a:spLocks xmlns:a="http://schemas.openxmlformats.org/drawingml/2006/main" noGrp="1"/>
          </p:cNvSpPr>
          <p:nvPr/>
        </p:nvSpPr>
        <p:spPr>
          <a:xfrm xmlns:a="http://schemas.openxmlformats.org/drawingml/2006/main">
            <a:off x="4429125"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xmlns:a="http://schemas.openxmlformats.org/drawingml/2006/main">
              <a:ext uri="{FF2B5EF4-FFF2-40B4-BE49-F238E27FC236}">
                <a16:creationId xmlns:a16="http://schemas.microsoft.com/office/drawing/2014/main" id="{47F46309-13CF-47FA-9465-60AFDFAB1638}"/>
              </a:ext>
            </a:extLst>
          </p:cNvPr>
          <p:cNvSpPr>
            <a:spLocks xmlns:a="http://schemas.openxmlformats.org/drawingml/2006/main" noGrp="1"/>
          </p:cNvSpPr>
          <p:nvPr/>
        </p:nvSpPr>
        <p:spPr>
          <a:xfrm xmlns:a="http://schemas.openxmlformats.org/drawingml/2006/main">
            <a:off x="4429125"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xmlns:a="http://schemas.openxmlformats.org/drawingml/2006/main">
              <a:ext uri="{FF2B5EF4-FFF2-40B4-BE49-F238E27FC236}">
                <a16:creationId xmlns:a16="http://schemas.microsoft.com/office/drawing/2014/main" id="{7DA5B21C-43CA-4322-AD6C-86DB2FFA57EC}"/>
              </a:ext>
            </a:extLst>
          </p:cNvPr>
          <p:cNvSpPr>
            <a:spLocks xmlns:a="http://schemas.openxmlformats.org/drawingml/2006/main" noGrp="1"/>
          </p:cNvSpPr>
          <p:nvPr/>
        </p:nvSpPr>
        <p:spPr>
          <a:xfrm xmlns:a="http://schemas.openxmlformats.org/drawingml/2006/main">
            <a:off x="4429125"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xmlns:a="http://schemas.openxmlformats.org/drawingml/2006/main">
              <a:ext uri="{FF2B5EF4-FFF2-40B4-BE49-F238E27FC236}">
                <a16:creationId xmlns:a16="http://schemas.microsoft.com/office/drawing/2014/main" id="{9F4500C4-0305-43CC-80F3-30FA96EBB073}"/>
              </a:ext>
            </a:extLst>
          </p:cNvPr>
          <p:cNvSpPr>
            <a:spLocks xmlns:a="http://schemas.openxmlformats.org/drawingml/2006/main" noGrp="1"/>
          </p:cNvSpPr>
          <p:nvPr/>
        </p:nvSpPr>
        <p:spPr>
          <a:xfrm xmlns:a="http://schemas.openxmlformats.org/drawingml/2006/main">
            <a:off x="7991475"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2" name="Rectangle 21">
            <a:extLst xmlns:a="http://schemas.openxmlformats.org/drawingml/2006/main">
              <a:ext uri="{FF2B5EF4-FFF2-40B4-BE49-F238E27FC236}">
                <a16:creationId xmlns:a16="http://schemas.microsoft.com/office/drawing/2014/main" id="{34A43B78-9CB7-4845-8F4F-14A60CDA665B}"/>
              </a:ext>
            </a:extLst>
          </p:cNvPr>
          <p:cNvSpPr>
            <a:spLocks xmlns:a="http://schemas.openxmlformats.org/drawingml/2006/main" noGrp="1"/>
          </p:cNvSpPr>
          <p:nvPr/>
        </p:nvSpPr>
        <p:spPr>
          <a:xfrm xmlns:a="http://schemas.openxmlformats.org/drawingml/2006/main">
            <a:off x="822960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xmlns:a="http://schemas.openxmlformats.org/drawingml/2006/main">
              <a:ext uri="{FF2B5EF4-FFF2-40B4-BE49-F238E27FC236}">
                <a16:creationId xmlns:a16="http://schemas.microsoft.com/office/drawing/2014/main" id="{13051033-7544-4A95-BB70-120238010040}"/>
              </a:ext>
            </a:extLst>
          </p:cNvPr>
          <p:cNvSpPr>
            <a:spLocks xmlns:a="http://schemas.openxmlformats.org/drawingml/2006/main" noGrp="1"/>
          </p:cNvSpPr>
          <p:nvPr/>
        </p:nvSpPr>
        <p:spPr>
          <a:xfrm xmlns:a="http://schemas.openxmlformats.org/drawingml/2006/main">
            <a:off x="8229600" y="2076450"/>
            <a:ext cx="333375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B12AA146-7881-44A3-AE4A-9E3E573EE1DC}"/>
              </a:ext>
            </a:extLst>
          </p:cNvPr>
          <p:cNvSpPr>
            <a:spLocks xmlns:a="http://schemas.openxmlformats.org/drawingml/2006/main" noGrp="1"/>
          </p:cNvSpPr>
          <p:nvPr/>
        </p:nvSpPr>
        <p:spPr>
          <a:xfrm xmlns:a="http://schemas.openxmlformats.org/drawingml/2006/main">
            <a:off x="822960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xmlns:a="http://schemas.openxmlformats.org/drawingml/2006/main">
              <a:ext uri="{FF2B5EF4-FFF2-40B4-BE49-F238E27FC236}">
                <a16:creationId xmlns:a16="http://schemas.microsoft.com/office/drawing/2014/main" id="{9766968B-8B8A-4C9E-BC06-0135B68172E0}"/>
              </a:ext>
            </a:extLst>
          </p:cNvPr>
          <p:cNvSpPr>
            <a:spLocks xmlns:a="http://schemas.openxmlformats.org/drawingml/2006/main" noGrp="1"/>
          </p:cNvSpPr>
          <p:nvPr/>
        </p:nvSpPr>
        <p:spPr>
          <a:xfrm xmlns:a="http://schemas.openxmlformats.org/drawingml/2006/main">
            <a:off x="822960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xmlns:a="http://schemas.openxmlformats.org/drawingml/2006/main">
              <a:ext uri="{FF2B5EF4-FFF2-40B4-BE49-F238E27FC236}">
                <a16:creationId xmlns:a16="http://schemas.microsoft.com/office/drawing/2014/main" id="{579FD03E-E023-46CB-8F31-4A2102E6180F}"/>
              </a:ext>
            </a:extLst>
          </p:cNvPr>
          <p:cNvSpPr>
            <a:spLocks xmlns:a="http://schemas.openxmlformats.org/drawingml/2006/main" noGrp="1"/>
          </p:cNvSpPr>
          <p:nvPr/>
        </p:nvSpPr>
        <p:spPr>
          <a:xfrm xmlns:a="http://schemas.openxmlformats.org/drawingml/2006/main">
            <a:off x="822960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xmlns:a="http://schemas.openxmlformats.org/drawingml/2006/main">
              <a:ext uri="{FF2B5EF4-FFF2-40B4-BE49-F238E27FC236}">
                <a16:creationId xmlns:a16="http://schemas.microsoft.com/office/drawing/2014/main" id="{EA137877-74FB-4861-B3E6-1EDDEA5F75EB}"/>
              </a:ext>
            </a:extLst>
          </p:cNvPr>
          <p:cNvSpPr>
            <a:spLocks xmlns:a="http://schemas.openxmlformats.org/drawingml/2006/main" noGrp="1"/>
          </p:cNvSpPr>
          <p:nvPr/>
        </p:nvSpPr>
        <p:spPr>
          <a:xfrm xmlns:a="http://schemas.openxmlformats.org/drawingml/2006/main">
            <a:off x="822960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xmlns:a="http://schemas.openxmlformats.org/drawingml/2006/main">
              <a:ext uri="{FF2B5EF4-FFF2-40B4-BE49-F238E27FC236}">
                <a16:creationId xmlns:a16="http://schemas.microsoft.com/office/drawing/2014/main" id="{64BC6473-66B4-4307-9530-88D9511A9799}"/>
              </a:ext>
            </a:extLst>
          </p:cNvPr>
          <p:cNvSpPr>
            <a:spLocks xmlns:a="http://schemas.openxmlformats.org/drawingml/2006/main" noGrp="1"/>
          </p:cNvSpPr>
          <p:nvPr/>
        </p:nvSpPr>
        <p:spPr>
          <a:xfrm xmlns:a="http://schemas.openxmlformats.org/drawingml/2006/main">
            <a:off x="628650" y="4895850"/>
            <a:ext cx="109347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C79340D4-2C6D-4EE7-B2D2-AB18154D1844}"/>
              </a:ext>
            </a:extLst>
          </p:cNvPr>
          <p:cNvSpPr>
            <a:spLocks xmlns:a="http://schemas.openxmlformats.org/drawingml/2006/main" noGrp="1"/>
          </p:cNvSpPr>
          <p:nvPr/>
        </p:nvSpPr>
        <p:spPr>
          <a:xfrm xmlns:a="http://schemas.openxmlformats.org/drawingml/2006/main">
            <a:off x="638175" y="5105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1" i="0">
                <a:solidFill>
                  <a:srgbClr val="2DBD73"/>
                </a:solidFill>
                <a:latin typeface="Arial"/>
                <a:ea typeface="Arial"/>
                <a:cs typeface="Arial"/>
              </a:defRPr>
            </a:defPPr>
            <a:lvl1pPr algn="l">
              <a:buNone/>
              <a:defRPr sz="1125" b="1" i="0">
                <a:solidFill>
                  <a:srgbClr val="2DBD73"/>
                </a:solidFill>
                <a:latin typeface="Arial"/>
                <a:ea typeface="Arial"/>
                <a:cs typeface="Arial"/>
              </a:defRPr>
            </a:lvl1pPr>
            <a:lvl2pPr algn="l">
              <a:buNone/>
              <a:defRPr sz="1125" b="1" i="0">
                <a:solidFill>
                  <a:srgbClr val="2DBD73"/>
                </a:solidFill>
                <a:latin typeface="Arial"/>
                <a:ea typeface="Arial"/>
                <a:cs typeface="Arial"/>
              </a:defRPr>
            </a:lvl2pPr>
            <a:lvl3pPr algn="l">
              <a:buNone/>
              <a:defRPr sz="1125" b="1" i="0">
                <a:solidFill>
                  <a:srgbClr val="2DBD73"/>
                </a:solidFill>
                <a:latin typeface="Arial"/>
                <a:ea typeface="Arial"/>
                <a:cs typeface="Arial"/>
              </a:defRPr>
            </a:lvl3pPr>
            <a:lvl4pPr algn="l">
              <a:buNone/>
              <a:defRPr sz="1125" b="1" i="0">
                <a:solidFill>
                  <a:srgbClr val="2DBD73"/>
                </a:solidFill>
                <a:latin typeface="Arial"/>
                <a:ea typeface="Arial"/>
                <a:cs typeface="Arial"/>
              </a:defRPr>
            </a:lvl4pPr>
            <a:lvl5pPr algn="l">
              <a:buNone/>
              <a:defRPr sz="1125" b="1" i="0">
                <a:solidFill>
                  <a:srgbClr val="2DBD73"/>
                </a:solidFill>
                <a:latin typeface="Arial"/>
                <a:ea typeface="Arial"/>
                <a:cs typeface="Arial"/>
              </a:defRPr>
            </a:lvl5pPr>
            <a:lvl6pPr algn="l">
              <a:buNone/>
              <a:defRPr sz="1125" b="1" i="0">
                <a:solidFill>
                  <a:srgbClr val="2DBD73"/>
                </a:solidFill>
                <a:latin typeface="Arial"/>
                <a:ea typeface="Arial"/>
                <a:cs typeface="Arial"/>
              </a:defRPr>
            </a:lvl6pPr>
            <a:lvl7pPr algn="l">
              <a:buNone/>
              <a:defRPr sz="1125" b="1" i="0">
                <a:solidFill>
                  <a:srgbClr val="2DBD73"/>
                </a:solidFill>
                <a:latin typeface="Arial"/>
                <a:ea typeface="Arial"/>
                <a:cs typeface="Arial"/>
              </a:defRPr>
            </a:lvl7pPr>
            <a:lvl8pPr algn="l">
              <a:buNone/>
              <a:defRPr sz="1125" b="1" i="0">
                <a:solidFill>
                  <a:srgbClr val="2DBD73"/>
                </a:solidFill>
                <a:latin typeface="Arial"/>
                <a:ea typeface="Arial"/>
                <a:cs typeface="Arial"/>
              </a:defRPr>
            </a:lvl8pPr>
            <a:lvl9pPr algn="l">
              <a:buNone/>
              <a:defRPr sz="1125" b="1" i="0">
                <a:solidFill>
                  <a:srgbClr val="2DBD73"/>
                </a:solidFill>
                <a:latin typeface="Arial"/>
                <a:ea typeface="Arial"/>
                <a:cs typeface="Arial"/>
              </a:defRPr>
            </a:lvl9pPr>
          </a:lstStyle>
          <a:p xmlns:a="http://schemas.openxmlformats.org/drawingml/2006/main">
            <a:pPr algn="l">
              <a:buNone/>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xmlns:a="http://schemas.openxmlformats.org/drawingml/2006/main">
              <a:ext uri="{FF2B5EF4-FFF2-40B4-BE49-F238E27FC236}">
                <a16:creationId xmlns:a16="http://schemas.microsoft.com/office/drawing/2014/main" id="{06A4CA93-4097-4311-B231-406369181145}"/>
              </a:ext>
            </a:extLst>
          </p:cNvPr>
          <p:cNvSpPr>
            <a:spLocks xmlns:a="http://schemas.openxmlformats.org/drawingml/2006/main" noGrp="1"/>
          </p:cNvSpPr>
          <p:nvPr/>
        </p:nvSpPr>
        <p:spPr>
          <a:xfrm xmlns:a="http://schemas.openxmlformats.org/drawingml/2006/main">
            <a:off x="638175" y="54387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xmlns:a="http://schemas.openxmlformats.org/drawingml/2006/main">
              <a:ext uri="{FF2B5EF4-FFF2-40B4-BE49-F238E27FC236}">
                <a16:creationId xmlns:a16="http://schemas.microsoft.com/office/drawing/2014/main" id="{0FDAB54E-375B-4705-BFFC-727D61DE7F85}"/>
              </a:ext>
            </a:extLst>
          </p:cNvPr>
          <p:cNvSpPr>
            <a:spLocks xmlns:a="http://schemas.openxmlformats.org/drawingml/2006/main" noGrp="1"/>
          </p:cNvSpPr>
          <p:nvPr/>
        </p:nvSpPr>
        <p:spPr>
          <a:xfrm xmlns:a="http://schemas.openxmlformats.org/drawingml/2006/main">
            <a:off x="638175" y="6048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i="0">
                <a:solidFill>
                  <a:srgbClr val="AFC0B8"/>
                </a:solidFill>
                <a:latin typeface="Arial"/>
                <a:ea typeface="Arial"/>
                <a:cs typeface="Arial"/>
              </a:defRPr>
            </a:defPPr>
            <a:lvl1pPr algn="l">
              <a:buNone/>
              <a:defRPr sz="1200" b="0" i="0">
                <a:solidFill>
                  <a:srgbClr val="AFC0B8"/>
                </a:solidFill>
                <a:latin typeface="Arial"/>
                <a:ea typeface="Arial"/>
                <a:cs typeface="Arial"/>
              </a:defRPr>
            </a:lvl1pPr>
            <a:lvl2pPr algn="l">
              <a:buNone/>
              <a:defRPr sz="1200" b="0" i="0">
                <a:solidFill>
                  <a:srgbClr val="AFC0B8"/>
                </a:solidFill>
                <a:latin typeface="Arial"/>
                <a:ea typeface="Arial"/>
                <a:cs typeface="Arial"/>
              </a:defRPr>
            </a:lvl2pPr>
            <a:lvl3pPr algn="l">
              <a:buNone/>
              <a:defRPr sz="1200" b="0" i="0">
                <a:solidFill>
                  <a:srgbClr val="AFC0B8"/>
                </a:solidFill>
                <a:latin typeface="Arial"/>
                <a:ea typeface="Arial"/>
                <a:cs typeface="Arial"/>
              </a:defRPr>
            </a:lvl3pPr>
            <a:lvl4pPr algn="l">
              <a:buNone/>
              <a:defRPr sz="1200" b="0" i="0">
                <a:solidFill>
                  <a:srgbClr val="AFC0B8"/>
                </a:solidFill>
                <a:latin typeface="Arial"/>
                <a:ea typeface="Arial"/>
                <a:cs typeface="Arial"/>
              </a:defRPr>
            </a:lvl4pPr>
            <a:lvl5pPr algn="l">
              <a:buNone/>
              <a:defRPr sz="1200" b="0" i="0">
                <a:solidFill>
                  <a:srgbClr val="AFC0B8"/>
                </a:solidFill>
                <a:latin typeface="Arial"/>
                <a:ea typeface="Arial"/>
                <a:cs typeface="Arial"/>
              </a:defRPr>
            </a:lvl5pPr>
            <a:lvl6pPr algn="l">
              <a:buNone/>
              <a:defRPr sz="1200" b="0" i="0">
                <a:solidFill>
                  <a:srgbClr val="AFC0B8"/>
                </a:solidFill>
                <a:latin typeface="Arial"/>
                <a:ea typeface="Arial"/>
                <a:cs typeface="Arial"/>
              </a:defRPr>
            </a:lvl6pPr>
            <a:lvl7pPr algn="l">
              <a:buNone/>
              <a:defRPr sz="1200" b="0" i="0">
                <a:solidFill>
                  <a:srgbClr val="AFC0B8"/>
                </a:solidFill>
                <a:latin typeface="Arial"/>
                <a:ea typeface="Arial"/>
                <a:cs typeface="Arial"/>
              </a:defRPr>
            </a:lvl7pPr>
            <a:lvl8pPr algn="l">
              <a:buNone/>
              <a:defRPr sz="1200" b="0" i="0">
                <a:solidFill>
                  <a:srgbClr val="AFC0B8"/>
                </a:solidFill>
                <a:latin typeface="Arial"/>
                <a:ea typeface="Arial"/>
                <a:cs typeface="Arial"/>
              </a:defRPr>
            </a:lvl8pPr>
            <a:lvl9pPr algn="l">
              <a:buNone/>
              <a:defRPr sz="1200" b="0" i="0">
                <a:solidFill>
                  <a:srgbClr val="AFC0B8"/>
                </a:solidFill>
                <a:latin typeface="Arial"/>
                <a:ea typeface="Arial"/>
                <a:cs typeface="Arial"/>
              </a:defRPr>
            </a:lvl9pPr>
          </a:lstStyle>
          <a:p xmlns:a="http://schemas.openxmlformats.org/drawingml/2006/main">
            <a:pPr algn="l">
              <a:buNone/>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D698D82-0FDC-4EF3-B94C-9EF16B5AC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0C5D1F-A99B-458C-86B7-7FF59063FA4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696D97D-FB4E-43C1-B93F-DC8210A2F805}"/>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xmlns:a="http://schemas.openxmlformats.org/drawingml/2006/main">
              <a:ext uri="{FF2B5EF4-FFF2-40B4-BE49-F238E27FC236}">
                <a16:creationId xmlns:a16="http://schemas.microsoft.com/office/drawing/2014/main" id="{FE32AF3C-6312-49EF-AF75-FB56F59A9F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xmlns:a="http://schemas.openxmlformats.org/drawingml/2006/main">
              <a:ext uri="{FF2B5EF4-FFF2-40B4-BE49-F238E27FC236}">
                <a16:creationId xmlns:a16="http://schemas.microsoft.com/office/drawing/2014/main" id="{DC94A2B4-1B9D-4D1B-B273-D98B233A447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xmlns:a="http://schemas.openxmlformats.org/drawingml/2006/main">
              <a:ext uri="{FF2B5EF4-FFF2-40B4-BE49-F238E27FC236}">
                <a16:creationId xmlns:a16="http://schemas.microsoft.com/office/drawing/2014/main" id="{E3BFDD2F-B4E8-4FBC-B1E2-F8789CB6D4B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question and evidence stages</a:t>
            </a:r>
          </a:p>
        </p:txBody>
      </p:sp>
      <p:sp>
        <p:nvSpPr>
          <p:cNvPr id="7" name="Rectangle 6">
            <a:extLst xmlns:a="http://schemas.openxmlformats.org/drawingml/2006/main">
              <a:ext uri="{FF2B5EF4-FFF2-40B4-BE49-F238E27FC236}">
                <a16:creationId xmlns:a16="http://schemas.microsoft.com/office/drawing/2014/main" id="{8A996F41-0E94-4CD2-AFAF-271DC4A44A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xmlns:a="http://schemas.openxmlformats.org/drawingml/2006/main">
              <a:ext uri="{FF2B5EF4-FFF2-40B4-BE49-F238E27FC236}">
                <a16:creationId xmlns:a16="http://schemas.microsoft.com/office/drawing/2014/main" id="{A92F5BDF-CB73-4640-A0A6-0BCE145B78D7}"/>
              </a:ext>
            </a:extLst>
          </p:cNvPr>
          <p:cNvSpPr>
            <a:spLocks xmlns:a="http://schemas.openxmlformats.org/drawingml/2006/main" noGrp="1"/>
          </p:cNvSpPr>
          <p:nvPr/>
        </p:nvSpPr>
        <p:spPr>
          <a:xfrm xmlns:a="http://schemas.openxmlformats.org/drawingml/2006/main">
            <a:off x="666750" y="1771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2DBD73"/>
                </a:solidFill>
                <a:latin typeface="Arial"/>
                <a:ea typeface="Arial"/>
                <a:cs typeface="Arial"/>
              </a:defRPr>
            </a:defPPr>
            <a:lvl1pPr algn="l">
              <a:buNone/>
              <a:defRPr sz="2100" b="1" i="0">
                <a:solidFill>
                  <a:srgbClr val="2DBD73"/>
                </a:solidFill>
                <a:latin typeface="Arial"/>
                <a:ea typeface="Arial"/>
                <a:cs typeface="Arial"/>
              </a:defRPr>
            </a:lvl1pPr>
            <a:lvl2pPr algn="l">
              <a:buNone/>
              <a:defRPr sz="2100" b="1" i="0">
                <a:solidFill>
                  <a:srgbClr val="2DBD73"/>
                </a:solidFill>
                <a:latin typeface="Arial"/>
                <a:ea typeface="Arial"/>
                <a:cs typeface="Arial"/>
              </a:defRPr>
            </a:lvl2pPr>
            <a:lvl3pPr algn="l">
              <a:buNone/>
              <a:defRPr sz="2100" b="1" i="0">
                <a:solidFill>
                  <a:srgbClr val="2DBD73"/>
                </a:solidFill>
                <a:latin typeface="Arial"/>
                <a:ea typeface="Arial"/>
                <a:cs typeface="Arial"/>
              </a:defRPr>
            </a:lvl3pPr>
            <a:lvl4pPr algn="l">
              <a:buNone/>
              <a:defRPr sz="2100" b="1" i="0">
                <a:solidFill>
                  <a:srgbClr val="2DBD73"/>
                </a:solidFill>
                <a:latin typeface="Arial"/>
                <a:ea typeface="Arial"/>
                <a:cs typeface="Arial"/>
              </a:defRPr>
            </a:lvl4pPr>
            <a:lvl5pPr algn="l">
              <a:buNone/>
              <a:defRPr sz="2100" b="1" i="0">
                <a:solidFill>
                  <a:srgbClr val="2DBD73"/>
                </a:solidFill>
                <a:latin typeface="Arial"/>
                <a:ea typeface="Arial"/>
                <a:cs typeface="Arial"/>
              </a:defRPr>
            </a:lvl5pPr>
            <a:lvl6pPr algn="l">
              <a:buNone/>
              <a:defRPr sz="2100" b="1" i="0">
                <a:solidFill>
                  <a:srgbClr val="2DBD73"/>
                </a:solidFill>
                <a:latin typeface="Arial"/>
                <a:ea typeface="Arial"/>
                <a:cs typeface="Arial"/>
              </a:defRPr>
            </a:lvl6pPr>
            <a:lvl7pPr algn="l">
              <a:buNone/>
              <a:defRPr sz="2100" b="1" i="0">
                <a:solidFill>
                  <a:srgbClr val="2DBD73"/>
                </a:solidFill>
                <a:latin typeface="Arial"/>
                <a:ea typeface="Arial"/>
                <a:cs typeface="Arial"/>
              </a:defRPr>
            </a:lvl7pPr>
            <a:lvl8pPr algn="l">
              <a:buNone/>
              <a:defRPr sz="2100" b="1" i="0">
                <a:solidFill>
                  <a:srgbClr val="2DBD73"/>
                </a:solidFill>
                <a:latin typeface="Arial"/>
                <a:ea typeface="Arial"/>
                <a:cs typeface="Arial"/>
              </a:defRPr>
            </a:lvl8pPr>
            <a:lvl9pPr algn="l">
              <a:buNone/>
              <a:defRPr sz="2100" b="1" i="0">
                <a:solidFill>
                  <a:srgbClr val="2DBD73"/>
                </a:solidFill>
                <a:latin typeface="Arial"/>
                <a:ea typeface="Arial"/>
                <a:cs typeface="Arial"/>
              </a:defRPr>
            </a:lvl9pPr>
          </a:lstStyle>
          <a:p xmlns:a="http://schemas.openxmlformats.org/drawingml/2006/main">
            <a:pPr algn="l">
              <a:buNone/>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CD4E1C8-92EC-43AC-9CE7-BE12F50AA4C2}"/>
              </a:ext>
            </a:extLst>
          </p:cNvPr>
          <p:cNvSpPr>
            <a:spLocks xmlns:a="http://schemas.openxmlformats.org/drawingml/2006/main" noGrp="1"/>
          </p:cNvSpPr>
          <p:nvPr/>
        </p:nvSpPr>
        <p:spPr>
          <a:xfrm xmlns:a="http://schemas.openxmlformats.org/drawingml/2006/main">
            <a:off x="1438275"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2DBD73"/>
                </a:solidFill>
                <a:latin typeface="Arial"/>
                <a:ea typeface="Arial"/>
                <a:cs typeface="Arial"/>
              </a:defRPr>
            </a:defPPr>
            <a:lvl1pPr algn="l">
              <a:buNone/>
              <a:defRPr sz="975" b="1" i="0">
                <a:solidFill>
                  <a:srgbClr val="2DBD73"/>
                </a:solidFill>
                <a:latin typeface="Arial"/>
                <a:ea typeface="Arial"/>
                <a:cs typeface="Arial"/>
              </a:defRPr>
            </a:lvl1pPr>
            <a:lvl2pPr algn="l">
              <a:buNone/>
              <a:defRPr sz="975" b="1" i="0">
                <a:solidFill>
                  <a:srgbClr val="2DBD73"/>
                </a:solidFill>
                <a:latin typeface="Arial"/>
                <a:ea typeface="Arial"/>
                <a:cs typeface="Arial"/>
              </a:defRPr>
            </a:lvl2pPr>
            <a:lvl3pPr algn="l">
              <a:buNone/>
              <a:defRPr sz="975" b="1" i="0">
                <a:solidFill>
                  <a:srgbClr val="2DBD73"/>
                </a:solidFill>
                <a:latin typeface="Arial"/>
                <a:ea typeface="Arial"/>
                <a:cs typeface="Arial"/>
              </a:defRPr>
            </a:lvl3pPr>
            <a:lvl4pPr algn="l">
              <a:buNone/>
              <a:defRPr sz="975" b="1" i="0">
                <a:solidFill>
                  <a:srgbClr val="2DBD73"/>
                </a:solidFill>
                <a:latin typeface="Arial"/>
                <a:ea typeface="Arial"/>
                <a:cs typeface="Arial"/>
              </a:defRPr>
            </a:lvl4pPr>
            <a:lvl5pPr algn="l">
              <a:buNone/>
              <a:defRPr sz="975" b="1" i="0">
                <a:solidFill>
                  <a:srgbClr val="2DBD73"/>
                </a:solidFill>
                <a:latin typeface="Arial"/>
                <a:ea typeface="Arial"/>
                <a:cs typeface="Arial"/>
              </a:defRPr>
            </a:lvl5pPr>
            <a:lvl6pPr algn="l">
              <a:buNone/>
              <a:defRPr sz="975" b="1" i="0">
                <a:solidFill>
                  <a:srgbClr val="2DBD73"/>
                </a:solidFill>
                <a:latin typeface="Arial"/>
                <a:ea typeface="Arial"/>
                <a:cs typeface="Arial"/>
              </a:defRPr>
            </a:lvl6pPr>
            <a:lvl7pPr algn="l">
              <a:buNone/>
              <a:defRPr sz="975" b="1" i="0">
                <a:solidFill>
                  <a:srgbClr val="2DBD73"/>
                </a:solidFill>
                <a:latin typeface="Arial"/>
                <a:ea typeface="Arial"/>
                <a:cs typeface="Arial"/>
              </a:defRPr>
            </a:lvl7pPr>
            <a:lvl8pPr algn="l">
              <a:buNone/>
              <a:defRPr sz="975" b="1" i="0">
                <a:solidFill>
                  <a:srgbClr val="2DBD73"/>
                </a:solidFill>
                <a:latin typeface="Arial"/>
                <a:ea typeface="Arial"/>
                <a:cs typeface="Arial"/>
              </a:defRPr>
            </a:lvl8pPr>
            <a:lvl9pPr algn="l">
              <a:buNone/>
              <a:defRPr sz="975" b="1" i="0">
                <a:solidFill>
                  <a:srgbClr val="2DBD73"/>
                </a:solidFill>
                <a:latin typeface="Arial"/>
                <a:ea typeface="Arial"/>
                <a:cs typeface="Arial"/>
              </a:defRPr>
            </a:lvl9pPr>
          </a:lstStyle>
          <a:p xmlns:a="http://schemas.openxmlformats.org/drawingml/2006/main">
            <a:pPr algn="l">
              <a:buNone/>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xmlns:a="http://schemas.openxmlformats.org/drawingml/2006/main">
              <a:ext uri="{FF2B5EF4-FFF2-40B4-BE49-F238E27FC236}">
                <a16:creationId xmlns:a16="http://schemas.microsoft.com/office/drawing/2014/main" id="{41B024DD-23EB-441B-BCCC-B0AA4B029987}"/>
              </a:ext>
            </a:extLst>
          </p:cNvPr>
          <p:cNvSpPr>
            <a:spLocks xmlns:a="http://schemas.openxmlformats.org/drawingml/2006/main" noGrp="1"/>
          </p:cNvSpPr>
          <p:nvPr/>
        </p:nvSpPr>
        <p:spPr>
          <a:xfrm xmlns:a="http://schemas.openxmlformats.org/drawingml/2006/main">
            <a:off x="1438275" y="19907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xmlns:a="http://schemas.openxmlformats.org/drawingml/2006/main">
              <a:ext uri="{FF2B5EF4-FFF2-40B4-BE49-F238E27FC236}">
                <a16:creationId xmlns:a16="http://schemas.microsoft.com/office/drawing/2014/main" id="{EAE62162-998A-47B9-8F02-091FEF788AA6}"/>
              </a:ext>
            </a:extLst>
          </p:cNvPr>
          <p:cNvSpPr>
            <a:spLocks xmlns:a="http://schemas.openxmlformats.org/drawingml/2006/main" noGrp="1"/>
          </p:cNvSpPr>
          <p:nvPr/>
        </p:nvSpPr>
        <p:spPr>
          <a:xfrm xmlns:a="http://schemas.openxmlformats.org/drawingml/2006/main">
            <a:off x="1438275" y="26955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3FA28A7D-2FA5-40E9-85C6-A1F082D521D4}"/>
              </a:ext>
            </a:extLst>
          </p:cNvPr>
          <p:cNvSpPr>
            <a:spLocks xmlns:a="http://schemas.openxmlformats.org/drawingml/2006/main" noGrp="1"/>
          </p:cNvSpPr>
          <p:nvPr/>
        </p:nvSpPr>
        <p:spPr>
          <a:xfrm xmlns:a="http://schemas.openxmlformats.org/drawingml/2006/main">
            <a:off x="666750" y="30670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3FC6D6"/>
                </a:solidFill>
                <a:latin typeface="Arial"/>
                <a:ea typeface="Arial"/>
                <a:cs typeface="Arial"/>
              </a:defRPr>
            </a:defPPr>
            <a:lvl1pPr algn="l">
              <a:buNone/>
              <a:defRPr sz="2100" b="1" i="0">
                <a:solidFill>
                  <a:srgbClr val="3FC6D6"/>
                </a:solidFill>
                <a:latin typeface="Arial"/>
                <a:ea typeface="Arial"/>
                <a:cs typeface="Arial"/>
              </a:defRPr>
            </a:lvl1pPr>
            <a:lvl2pPr algn="l">
              <a:buNone/>
              <a:defRPr sz="2100" b="1" i="0">
                <a:solidFill>
                  <a:srgbClr val="3FC6D6"/>
                </a:solidFill>
                <a:latin typeface="Arial"/>
                <a:ea typeface="Arial"/>
                <a:cs typeface="Arial"/>
              </a:defRPr>
            </a:lvl2pPr>
            <a:lvl3pPr algn="l">
              <a:buNone/>
              <a:defRPr sz="2100" b="1" i="0">
                <a:solidFill>
                  <a:srgbClr val="3FC6D6"/>
                </a:solidFill>
                <a:latin typeface="Arial"/>
                <a:ea typeface="Arial"/>
                <a:cs typeface="Arial"/>
              </a:defRPr>
            </a:lvl3pPr>
            <a:lvl4pPr algn="l">
              <a:buNone/>
              <a:defRPr sz="2100" b="1" i="0">
                <a:solidFill>
                  <a:srgbClr val="3FC6D6"/>
                </a:solidFill>
                <a:latin typeface="Arial"/>
                <a:ea typeface="Arial"/>
                <a:cs typeface="Arial"/>
              </a:defRPr>
            </a:lvl4pPr>
            <a:lvl5pPr algn="l">
              <a:buNone/>
              <a:defRPr sz="2100" b="1" i="0">
                <a:solidFill>
                  <a:srgbClr val="3FC6D6"/>
                </a:solidFill>
                <a:latin typeface="Arial"/>
                <a:ea typeface="Arial"/>
                <a:cs typeface="Arial"/>
              </a:defRPr>
            </a:lvl5pPr>
            <a:lvl6pPr algn="l">
              <a:buNone/>
              <a:defRPr sz="2100" b="1" i="0">
                <a:solidFill>
                  <a:srgbClr val="3FC6D6"/>
                </a:solidFill>
                <a:latin typeface="Arial"/>
                <a:ea typeface="Arial"/>
                <a:cs typeface="Arial"/>
              </a:defRPr>
            </a:lvl6pPr>
            <a:lvl7pPr algn="l">
              <a:buNone/>
              <a:defRPr sz="2100" b="1" i="0">
                <a:solidFill>
                  <a:srgbClr val="3FC6D6"/>
                </a:solidFill>
                <a:latin typeface="Arial"/>
                <a:ea typeface="Arial"/>
                <a:cs typeface="Arial"/>
              </a:defRPr>
            </a:lvl7pPr>
            <a:lvl8pPr algn="l">
              <a:buNone/>
              <a:defRPr sz="2100" b="1" i="0">
                <a:solidFill>
                  <a:srgbClr val="3FC6D6"/>
                </a:solidFill>
                <a:latin typeface="Arial"/>
                <a:ea typeface="Arial"/>
                <a:cs typeface="Arial"/>
              </a:defRPr>
            </a:lvl8pPr>
            <a:lvl9pPr algn="l">
              <a:buNone/>
              <a:defRPr sz="2100" b="1" i="0">
                <a:solidFill>
                  <a:srgbClr val="3FC6D6"/>
                </a:solidFill>
                <a:latin typeface="Arial"/>
                <a:ea typeface="Arial"/>
                <a:cs typeface="Arial"/>
              </a:defRPr>
            </a:lvl9pPr>
          </a:lstStyle>
          <a:p xmlns:a="http://schemas.openxmlformats.org/drawingml/2006/main">
            <a:pPr algn="l">
              <a:buNone/>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C42CA576-C383-4A73-9AE6-EA25E5308712}"/>
              </a:ext>
            </a:extLst>
          </p:cNvPr>
          <p:cNvSpPr>
            <a:spLocks xmlns:a="http://schemas.openxmlformats.org/drawingml/2006/main" noGrp="1"/>
          </p:cNvSpPr>
          <p:nvPr/>
        </p:nvSpPr>
        <p:spPr>
          <a:xfrm xmlns:a="http://schemas.openxmlformats.org/drawingml/2006/main">
            <a:off x="1438275" y="29908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xmlns:a="http://schemas.openxmlformats.org/drawingml/2006/main">
              <a:ext uri="{FF2B5EF4-FFF2-40B4-BE49-F238E27FC236}">
                <a16:creationId xmlns:a16="http://schemas.microsoft.com/office/drawing/2014/main" id="{6E0E3676-742D-42CC-A02A-D62500D421EB}"/>
              </a:ext>
            </a:extLst>
          </p:cNvPr>
          <p:cNvSpPr>
            <a:spLocks xmlns:a="http://schemas.openxmlformats.org/drawingml/2006/main" noGrp="1"/>
          </p:cNvSpPr>
          <p:nvPr/>
        </p:nvSpPr>
        <p:spPr>
          <a:xfrm xmlns:a="http://schemas.openxmlformats.org/drawingml/2006/main">
            <a:off x="1438275" y="32861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xmlns:a="http://schemas.openxmlformats.org/drawingml/2006/main">
              <a:ext uri="{FF2B5EF4-FFF2-40B4-BE49-F238E27FC236}">
                <a16:creationId xmlns:a16="http://schemas.microsoft.com/office/drawing/2014/main" id="{8A7FFE78-8709-4925-8C76-92D48641729F}"/>
              </a:ext>
            </a:extLst>
          </p:cNvPr>
          <p:cNvSpPr>
            <a:spLocks xmlns:a="http://schemas.openxmlformats.org/drawingml/2006/main" noGrp="1"/>
          </p:cNvSpPr>
          <p:nvPr/>
        </p:nvSpPr>
        <p:spPr>
          <a:xfrm xmlns:a="http://schemas.openxmlformats.org/drawingml/2006/main">
            <a:off x="1438275" y="39909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217A325-216F-415F-8236-B8B7426C493D}"/>
              </a:ext>
            </a:extLst>
          </p:cNvPr>
          <p:cNvSpPr>
            <a:spLocks xmlns:a="http://schemas.openxmlformats.org/drawingml/2006/main" noGrp="1"/>
          </p:cNvSpPr>
          <p:nvPr/>
        </p:nvSpPr>
        <p:spPr>
          <a:xfrm xmlns:a="http://schemas.openxmlformats.org/drawingml/2006/main">
            <a:off x="666750" y="43624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E84AAB"/>
                </a:solidFill>
                <a:latin typeface="Arial"/>
                <a:ea typeface="Arial"/>
                <a:cs typeface="Arial"/>
              </a:defRPr>
            </a:defPPr>
            <a:lvl1pPr algn="l">
              <a:buNone/>
              <a:defRPr sz="2100" b="1" i="0">
                <a:solidFill>
                  <a:srgbClr val="E84AAB"/>
                </a:solidFill>
                <a:latin typeface="Arial"/>
                <a:ea typeface="Arial"/>
                <a:cs typeface="Arial"/>
              </a:defRPr>
            </a:lvl1pPr>
            <a:lvl2pPr algn="l">
              <a:buNone/>
              <a:defRPr sz="2100" b="1" i="0">
                <a:solidFill>
                  <a:srgbClr val="E84AAB"/>
                </a:solidFill>
                <a:latin typeface="Arial"/>
                <a:ea typeface="Arial"/>
                <a:cs typeface="Arial"/>
              </a:defRPr>
            </a:lvl2pPr>
            <a:lvl3pPr algn="l">
              <a:buNone/>
              <a:defRPr sz="2100" b="1" i="0">
                <a:solidFill>
                  <a:srgbClr val="E84AAB"/>
                </a:solidFill>
                <a:latin typeface="Arial"/>
                <a:ea typeface="Arial"/>
                <a:cs typeface="Arial"/>
              </a:defRPr>
            </a:lvl3pPr>
            <a:lvl4pPr algn="l">
              <a:buNone/>
              <a:defRPr sz="2100" b="1" i="0">
                <a:solidFill>
                  <a:srgbClr val="E84AAB"/>
                </a:solidFill>
                <a:latin typeface="Arial"/>
                <a:ea typeface="Arial"/>
                <a:cs typeface="Arial"/>
              </a:defRPr>
            </a:lvl4pPr>
            <a:lvl5pPr algn="l">
              <a:buNone/>
              <a:defRPr sz="2100" b="1" i="0">
                <a:solidFill>
                  <a:srgbClr val="E84AAB"/>
                </a:solidFill>
                <a:latin typeface="Arial"/>
                <a:ea typeface="Arial"/>
                <a:cs typeface="Arial"/>
              </a:defRPr>
            </a:lvl5pPr>
            <a:lvl6pPr algn="l">
              <a:buNone/>
              <a:defRPr sz="2100" b="1" i="0">
                <a:solidFill>
                  <a:srgbClr val="E84AAB"/>
                </a:solidFill>
                <a:latin typeface="Arial"/>
                <a:ea typeface="Arial"/>
                <a:cs typeface="Arial"/>
              </a:defRPr>
            </a:lvl6pPr>
            <a:lvl7pPr algn="l">
              <a:buNone/>
              <a:defRPr sz="2100" b="1" i="0">
                <a:solidFill>
                  <a:srgbClr val="E84AAB"/>
                </a:solidFill>
                <a:latin typeface="Arial"/>
                <a:ea typeface="Arial"/>
                <a:cs typeface="Arial"/>
              </a:defRPr>
            </a:lvl7pPr>
            <a:lvl8pPr algn="l">
              <a:buNone/>
              <a:defRPr sz="2100" b="1" i="0">
                <a:solidFill>
                  <a:srgbClr val="E84AAB"/>
                </a:solidFill>
                <a:latin typeface="Arial"/>
                <a:ea typeface="Arial"/>
                <a:cs typeface="Arial"/>
              </a:defRPr>
            </a:lvl8pPr>
            <a:lvl9pPr algn="l">
              <a:buNone/>
              <a:defRPr sz="2100" b="1" i="0">
                <a:solidFill>
                  <a:srgbClr val="E84AAB"/>
                </a:solidFill>
                <a:latin typeface="Arial"/>
                <a:ea typeface="Arial"/>
                <a:cs typeface="Arial"/>
              </a:defRPr>
            </a:lvl9pPr>
          </a:lstStyle>
          <a:p xmlns:a="http://schemas.openxmlformats.org/drawingml/2006/main">
            <a:pPr algn="l">
              <a:buNone/>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xmlns:a="http://schemas.openxmlformats.org/drawingml/2006/main">
              <a:ext uri="{FF2B5EF4-FFF2-40B4-BE49-F238E27FC236}">
                <a16:creationId xmlns:a16="http://schemas.microsoft.com/office/drawing/2014/main" id="{57020A15-259F-4F41-9678-693C23DF49BC}"/>
              </a:ext>
            </a:extLst>
          </p:cNvPr>
          <p:cNvSpPr>
            <a:spLocks xmlns:a="http://schemas.openxmlformats.org/drawingml/2006/main" noGrp="1"/>
          </p:cNvSpPr>
          <p:nvPr/>
        </p:nvSpPr>
        <p:spPr>
          <a:xfrm xmlns:a="http://schemas.openxmlformats.org/drawingml/2006/main">
            <a:off x="1438275" y="42862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xmlns:a="http://schemas.openxmlformats.org/drawingml/2006/main">
              <a:ext uri="{FF2B5EF4-FFF2-40B4-BE49-F238E27FC236}">
                <a16:creationId xmlns:a16="http://schemas.microsoft.com/office/drawing/2014/main" id="{2B63A99B-C7D2-42F6-88AE-96FB3BC069B6}"/>
              </a:ext>
            </a:extLst>
          </p:cNvPr>
          <p:cNvSpPr>
            <a:spLocks xmlns:a="http://schemas.openxmlformats.org/drawingml/2006/main" noGrp="1"/>
          </p:cNvSpPr>
          <p:nvPr/>
        </p:nvSpPr>
        <p:spPr>
          <a:xfrm xmlns:a="http://schemas.openxmlformats.org/drawingml/2006/main">
            <a:off x="1438275" y="45815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xmlns:a="http://schemas.openxmlformats.org/drawingml/2006/main">
              <a:ext uri="{FF2B5EF4-FFF2-40B4-BE49-F238E27FC236}">
                <a16:creationId xmlns:a16="http://schemas.microsoft.com/office/drawing/2014/main" id="{4236ABB1-5C05-4267-BE76-49EF3F1D5DD0}"/>
              </a:ext>
            </a:extLst>
          </p:cNvPr>
          <p:cNvSpPr>
            <a:spLocks xmlns:a="http://schemas.openxmlformats.org/drawingml/2006/main" noGrp="1"/>
          </p:cNvSpPr>
          <p:nvPr/>
        </p:nvSpPr>
        <p:spPr>
          <a:xfrm xmlns:a="http://schemas.openxmlformats.org/drawingml/2006/main">
            <a:off x="1438275" y="5667375"/>
            <a:ext cx="9496425" cy="533400"/>
          </a:xfrm>
          <a:prstGeom xmlns:a="http://schemas.openxmlformats.org/drawingml/2006/main" prst="roundRect">
            <a:avLst>
              <a:gd name="adj" fmla="val 14286"/>
            </a:avLst>
          </a:prstGeom>
          <a:solidFill xmlns:a="http://schemas.openxmlformats.org/drawingml/2006/main">
            <a:srgbClr val="FFF4C8"/>
          </a:solidFill>
          <a:ln xmlns:a="http://schemas.openxmlformats.org/drawingml/2006/main" w="9525">
            <a:solidFill>
              <a:srgbClr val="F1C84B"/>
            </a:solidFill>
            <a:prstDash val="solid"/>
          </a:ln>
        </p:spPr>
      </p:sp>
      <p:sp>
        <p:nvSpPr>
          <p:cNvPr id="20" name="Rectangle 19">
            <a:extLst xmlns:a="http://schemas.openxmlformats.org/drawingml/2006/main">
              <a:ext uri="{FF2B5EF4-FFF2-40B4-BE49-F238E27FC236}">
                <a16:creationId xmlns:a16="http://schemas.microsoft.com/office/drawing/2014/main" id="{59923287-290C-4C21-A56D-5427C17DFE2F}"/>
              </a:ext>
            </a:extLst>
          </p:cNvPr>
          <p:cNvSpPr>
            <a:spLocks xmlns:a="http://schemas.openxmlformats.org/drawingml/2006/main" noGrp="1"/>
          </p:cNvSpPr>
          <p:nvPr/>
        </p:nvSpPr>
        <p:spPr>
          <a:xfrm xmlns:a="http://schemas.openxmlformats.org/drawingml/2006/main">
            <a:off x="1714500" y="57816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03"/>
          </a:bodyPr>
          <a:lstStyle xmlns:a="http://schemas.openxmlformats.org/drawingml/2006/main">
            <a:defPPr algn="ctr">
              <a:defRPr sz="1275" b="1" i="0">
                <a:solidFill>
                  <a:srgbClr val="5A4800"/>
                </a:solidFill>
                <a:latin typeface="Arial"/>
                <a:ea typeface="Arial"/>
                <a:cs typeface="Arial"/>
              </a:defRPr>
            </a:defPPr>
            <a:lvl1pPr algn="ctr">
              <a:buNone/>
              <a:defRPr sz="1275" b="1" i="0">
                <a:solidFill>
                  <a:srgbClr val="5A4800"/>
                </a:solidFill>
                <a:latin typeface="Arial"/>
                <a:ea typeface="Arial"/>
                <a:cs typeface="Arial"/>
              </a:defRPr>
            </a:lvl1pPr>
            <a:lvl2pPr algn="ctr">
              <a:buNone/>
              <a:defRPr sz="1275" b="1" i="0">
                <a:solidFill>
                  <a:srgbClr val="5A4800"/>
                </a:solidFill>
                <a:latin typeface="Arial"/>
                <a:ea typeface="Arial"/>
                <a:cs typeface="Arial"/>
              </a:defRPr>
            </a:lvl2pPr>
            <a:lvl3pPr algn="ctr">
              <a:buNone/>
              <a:defRPr sz="1275" b="1" i="0">
                <a:solidFill>
                  <a:srgbClr val="5A4800"/>
                </a:solidFill>
                <a:latin typeface="Arial"/>
                <a:ea typeface="Arial"/>
                <a:cs typeface="Arial"/>
              </a:defRPr>
            </a:lvl3pPr>
            <a:lvl4pPr algn="ctr">
              <a:buNone/>
              <a:defRPr sz="1275" b="1" i="0">
                <a:solidFill>
                  <a:srgbClr val="5A4800"/>
                </a:solidFill>
                <a:latin typeface="Arial"/>
                <a:ea typeface="Arial"/>
                <a:cs typeface="Arial"/>
              </a:defRPr>
            </a:lvl4pPr>
            <a:lvl5pPr algn="ctr">
              <a:buNone/>
              <a:defRPr sz="1275" b="1" i="0">
                <a:solidFill>
                  <a:srgbClr val="5A4800"/>
                </a:solidFill>
                <a:latin typeface="Arial"/>
                <a:ea typeface="Arial"/>
                <a:cs typeface="Arial"/>
              </a:defRPr>
            </a:lvl5pPr>
            <a:lvl6pPr algn="ctr">
              <a:buNone/>
              <a:defRPr sz="1275" b="1" i="0">
                <a:solidFill>
                  <a:srgbClr val="5A4800"/>
                </a:solidFill>
                <a:latin typeface="Arial"/>
                <a:ea typeface="Arial"/>
                <a:cs typeface="Arial"/>
              </a:defRPr>
            </a:lvl6pPr>
            <a:lvl7pPr algn="ctr">
              <a:buNone/>
              <a:defRPr sz="1275" b="1" i="0">
                <a:solidFill>
                  <a:srgbClr val="5A4800"/>
                </a:solidFill>
                <a:latin typeface="Arial"/>
                <a:ea typeface="Arial"/>
                <a:cs typeface="Arial"/>
              </a:defRPr>
            </a:lvl7pPr>
            <a:lvl8pPr algn="ctr">
              <a:buNone/>
              <a:defRPr sz="1275" b="1" i="0">
                <a:solidFill>
                  <a:srgbClr val="5A4800"/>
                </a:solidFill>
                <a:latin typeface="Arial"/>
                <a:ea typeface="Arial"/>
                <a:cs typeface="Arial"/>
              </a:defRPr>
            </a:lvl8pPr>
            <a:lvl9pPr algn="ctr">
              <a:buNone/>
              <a:defRPr sz="1275" b="1" i="0">
                <a:solidFill>
                  <a:srgbClr val="5A4800"/>
                </a:solidFill>
                <a:latin typeface="Arial"/>
                <a:ea typeface="Arial"/>
                <a:cs typeface="Arial"/>
              </a:defRPr>
            </a:lvl9pPr>
          </a:lstStyle>
          <a:p xmlns:a="http://schemas.openxmlformats.org/drawingml/2006/main">
            <a:pPr algn="ctr">
              <a:buNone/>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0CC6734-D7F6-4ADB-8B47-C175925F2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3EAF02AF-2DF7-44C7-9396-0108003193A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0CEA53F-38BF-461C-80E8-260FDA03CF5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xmlns:a="http://schemas.openxmlformats.org/drawingml/2006/main">
              <a:ext uri="{FF2B5EF4-FFF2-40B4-BE49-F238E27FC236}">
                <a16:creationId xmlns:a16="http://schemas.microsoft.com/office/drawing/2014/main" id="{867AF1F2-5DE8-48E1-B5E3-762EC6BDBE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xmlns:a="http://schemas.openxmlformats.org/drawingml/2006/main">
              <a:ext uri="{FF2B5EF4-FFF2-40B4-BE49-F238E27FC236}">
                <a16:creationId xmlns:a16="http://schemas.microsoft.com/office/drawing/2014/main" id="{4F9EAACB-94AF-4C5F-BA5E-FE0CCCC32D3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xmlns:a="http://schemas.openxmlformats.org/drawingml/2006/main">
              <a:ext uri="{FF2B5EF4-FFF2-40B4-BE49-F238E27FC236}">
                <a16:creationId xmlns:a16="http://schemas.microsoft.com/office/drawing/2014/main" id="{E6F84DF2-5F18-4C8D-A0D6-3A235499B9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LinkerForge workflow and provenance</a:t>
            </a:r>
          </a:p>
        </p:txBody>
      </p:sp>
      <p:sp>
        <p:nvSpPr>
          <p:cNvPr id="7" name="Rectangle 6">
            <a:extLst xmlns:a="http://schemas.openxmlformats.org/drawingml/2006/main">
              <a:ext uri="{FF2B5EF4-FFF2-40B4-BE49-F238E27FC236}">
                <a16:creationId xmlns:a16="http://schemas.microsoft.com/office/drawing/2014/main" id="{1D032532-78F3-41D5-BCAF-21096DF38E5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xmlns:a="http://schemas.openxmlformats.org/drawingml/2006/main">
              <a:ext uri="{FF2B5EF4-FFF2-40B4-BE49-F238E27FC236}">
                <a16:creationId xmlns:a16="http://schemas.microsoft.com/office/drawing/2014/main" id="{D97866C2-9DCD-4C1A-9537-CA504734EBD3}"/>
              </a:ext>
            </a:extLst>
          </p:cNvPr>
          <p:cNvSpPr>
            <a:spLocks xmlns:a="http://schemas.openxmlformats.org/drawingml/2006/main" noGrp="1"/>
          </p:cNvSpPr>
          <p:nvPr/>
        </p:nvSpPr>
        <p:spPr>
          <a:xfrm xmlns:a="http://schemas.openxmlformats.org/drawingml/2006/main">
            <a:off x="4857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4E9BEC"/>
            </a:solidFill>
            <a:prstDash val="solid"/>
          </a:ln>
        </p:spPr>
      </p:sp>
      <p:sp>
        <p:nvSpPr>
          <p:cNvPr id="9" name="Oval 8">
            <a:extLst xmlns:a="http://schemas.openxmlformats.org/drawingml/2006/main">
              <a:ext uri="{FF2B5EF4-FFF2-40B4-BE49-F238E27FC236}">
                <a16:creationId xmlns:a16="http://schemas.microsoft.com/office/drawing/2014/main" id="{FDEE56A4-70D5-4AFD-8A1E-FB5A6D448AE9}"/>
              </a:ext>
            </a:extLst>
          </p:cNvPr>
          <p:cNvSpPr>
            <a:spLocks xmlns:a="http://schemas.openxmlformats.org/drawingml/2006/main" noGrp="1"/>
          </p:cNvSpPr>
          <p:nvPr/>
        </p:nvSpPr>
        <p:spPr>
          <a:xfrm xmlns:a="http://schemas.openxmlformats.org/drawingml/2006/main">
            <a:off x="657225" y="2257425"/>
            <a:ext cx="361950" cy="3619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B5BA3D89-315A-40B5-842F-06D974B6C15F}"/>
              </a:ext>
            </a:extLst>
          </p:cNvPr>
          <p:cNvSpPr>
            <a:spLocks xmlns:a="http://schemas.openxmlformats.org/drawingml/2006/main" noGrp="1"/>
          </p:cNvSpPr>
          <p:nvPr/>
        </p:nvSpPr>
        <p:spPr>
          <a:xfrm xmlns:a="http://schemas.openxmlformats.org/drawingml/2006/main">
            <a:off x="6572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xmlns:a="http://schemas.openxmlformats.org/drawingml/2006/main">
              <a:ext uri="{FF2B5EF4-FFF2-40B4-BE49-F238E27FC236}">
                <a16:creationId xmlns:a16="http://schemas.microsoft.com/office/drawing/2014/main" id="{3979AC3D-1DD2-4AC7-A73B-BE07BC836C26}"/>
              </a:ext>
            </a:extLst>
          </p:cNvPr>
          <p:cNvSpPr>
            <a:spLocks xmlns:a="http://schemas.openxmlformats.org/drawingml/2006/main" noGrp="1"/>
          </p:cNvSpPr>
          <p:nvPr/>
        </p:nvSpPr>
        <p:spPr>
          <a:xfrm xmlns:a="http://schemas.openxmlformats.org/drawingml/2006/main">
            <a:off x="6572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xmlns:a="http://schemas.openxmlformats.org/drawingml/2006/main">
              <a:ext uri="{FF2B5EF4-FFF2-40B4-BE49-F238E27FC236}">
                <a16:creationId xmlns:a16="http://schemas.microsoft.com/office/drawing/2014/main" id="{091C6B4D-D113-4EC8-A1BC-09CD3061B9E5}"/>
              </a:ext>
            </a:extLst>
          </p:cNvPr>
          <p:cNvSpPr>
            <a:spLocks xmlns:a="http://schemas.openxmlformats.org/drawingml/2006/main" noGrp="1"/>
          </p:cNvSpPr>
          <p:nvPr/>
        </p:nvSpPr>
        <p:spPr>
          <a:xfrm xmlns:a="http://schemas.openxmlformats.org/drawingml/2006/main">
            <a:off x="6572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xmlns:a="http://schemas.openxmlformats.org/drawingml/2006/main">
              <a:ext uri="{FF2B5EF4-FFF2-40B4-BE49-F238E27FC236}">
                <a16:creationId xmlns:a16="http://schemas.microsoft.com/office/drawing/2014/main" id="{37172077-BD77-44A4-A6AA-A421F22F75FB}"/>
              </a:ext>
            </a:extLst>
          </p:cNvPr>
          <p:cNvSpPr>
            <a:spLocks xmlns:a="http://schemas.openxmlformats.org/drawingml/2006/main" noGrp="1"/>
          </p:cNvSpPr>
          <p:nvPr/>
        </p:nvSpPr>
        <p:spPr>
          <a:xfrm xmlns:a="http://schemas.openxmlformats.org/drawingml/2006/main">
            <a:off x="243840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14" name="Rectangle: Rounded Corners 13">
            <a:extLst xmlns:a="http://schemas.openxmlformats.org/drawingml/2006/main">
              <a:ext uri="{FF2B5EF4-FFF2-40B4-BE49-F238E27FC236}">
                <a16:creationId xmlns:a16="http://schemas.microsoft.com/office/drawing/2014/main" id="{4585852B-43F8-468E-8298-7B5C1498E981}"/>
              </a:ext>
            </a:extLst>
          </p:cNvPr>
          <p:cNvSpPr>
            <a:spLocks xmlns:a="http://schemas.openxmlformats.org/drawingml/2006/main" noGrp="1"/>
          </p:cNvSpPr>
          <p:nvPr/>
        </p:nvSpPr>
        <p:spPr>
          <a:xfrm xmlns:a="http://schemas.openxmlformats.org/drawingml/2006/main">
            <a:off x="281940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2DBD73"/>
            </a:solidFill>
            <a:prstDash val="solid"/>
          </a:ln>
        </p:spPr>
      </p:sp>
      <p:sp>
        <p:nvSpPr>
          <p:cNvPr id="15" name="Oval 14">
            <a:extLst xmlns:a="http://schemas.openxmlformats.org/drawingml/2006/main">
              <a:ext uri="{FF2B5EF4-FFF2-40B4-BE49-F238E27FC236}">
                <a16:creationId xmlns:a16="http://schemas.microsoft.com/office/drawing/2014/main" id="{B6E04E0F-7A34-45B0-BE6A-A857D7D4EE5F}"/>
              </a:ext>
            </a:extLst>
          </p:cNvPr>
          <p:cNvSpPr>
            <a:spLocks xmlns:a="http://schemas.openxmlformats.org/drawingml/2006/main" noGrp="1"/>
          </p:cNvSpPr>
          <p:nvPr/>
        </p:nvSpPr>
        <p:spPr>
          <a:xfrm xmlns:a="http://schemas.openxmlformats.org/drawingml/2006/main">
            <a:off x="2990850" y="2257425"/>
            <a:ext cx="361950" cy="3619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7215215-495E-4794-8F50-D787A455CA4F}"/>
              </a:ext>
            </a:extLst>
          </p:cNvPr>
          <p:cNvSpPr>
            <a:spLocks xmlns:a="http://schemas.openxmlformats.org/drawingml/2006/main" noGrp="1"/>
          </p:cNvSpPr>
          <p:nvPr/>
        </p:nvSpPr>
        <p:spPr>
          <a:xfrm xmlns:a="http://schemas.openxmlformats.org/drawingml/2006/main">
            <a:off x="299085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xmlns:a="http://schemas.openxmlformats.org/drawingml/2006/main">
              <a:ext uri="{FF2B5EF4-FFF2-40B4-BE49-F238E27FC236}">
                <a16:creationId xmlns:a16="http://schemas.microsoft.com/office/drawing/2014/main" id="{5D460735-AEC7-45C5-89E9-D5902C1B279D}"/>
              </a:ext>
            </a:extLst>
          </p:cNvPr>
          <p:cNvSpPr>
            <a:spLocks xmlns:a="http://schemas.openxmlformats.org/drawingml/2006/main" noGrp="1"/>
          </p:cNvSpPr>
          <p:nvPr/>
        </p:nvSpPr>
        <p:spPr>
          <a:xfrm xmlns:a="http://schemas.openxmlformats.org/drawingml/2006/main">
            <a:off x="299085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xmlns:a="http://schemas.openxmlformats.org/drawingml/2006/main">
              <a:ext uri="{FF2B5EF4-FFF2-40B4-BE49-F238E27FC236}">
                <a16:creationId xmlns:a16="http://schemas.microsoft.com/office/drawing/2014/main" id="{ED525CB3-1F93-4B49-BFCE-FD68C5F1F755}"/>
              </a:ext>
            </a:extLst>
          </p:cNvPr>
          <p:cNvSpPr>
            <a:spLocks xmlns:a="http://schemas.openxmlformats.org/drawingml/2006/main" noGrp="1"/>
          </p:cNvSpPr>
          <p:nvPr/>
        </p:nvSpPr>
        <p:spPr>
          <a:xfrm xmlns:a="http://schemas.openxmlformats.org/drawingml/2006/main">
            <a:off x="299085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xmlns:a="http://schemas.openxmlformats.org/drawingml/2006/main">
              <a:ext uri="{FF2B5EF4-FFF2-40B4-BE49-F238E27FC236}">
                <a16:creationId xmlns:a16="http://schemas.microsoft.com/office/drawing/2014/main" id="{C4205D1C-C786-4094-A73A-9E63E0E88E02}"/>
              </a:ext>
            </a:extLst>
          </p:cNvPr>
          <p:cNvSpPr>
            <a:spLocks xmlns:a="http://schemas.openxmlformats.org/drawingml/2006/main" noGrp="1"/>
          </p:cNvSpPr>
          <p:nvPr/>
        </p:nvSpPr>
        <p:spPr>
          <a:xfrm xmlns:a="http://schemas.openxmlformats.org/drawingml/2006/main">
            <a:off x="477202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0" name="Rectangle: Rounded Corners 19">
            <a:extLst xmlns:a="http://schemas.openxmlformats.org/drawingml/2006/main">
              <a:ext uri="{FF2B5EF4-FFF2-40B4-BE49-F238E27FC236}">
                <a16:creationId xmlns:a16="http://schemas.microsoft.com/office/drawing/2014/main" id="{1CFFD222-072A-4191-A10A-17066ED69092}"/>
              </a:ext>
            </a:extLst>
          </p:cNvPr>
          <p:cNvSpPr>
            <a:spLocks xmlns:a="http://schemas.openxmlformats.org/drawingml/2006/main" noGrp="1"/>
          </p:cNvSpPr>
          <p:nvPr/>
        </p:nvSpPr>
        <p:spPr>
          <a:xfrm xmlns:a="http://schemas.openxmlformats.org/drawingml/2006/main">
            <a:off x="515302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84AAB"/>
            </a:solidFill>
            <a:prstDash val="solid"/>
          </a:ln>
        </p:spPr>
      </p:sp>
      <p:sp>
        <p:nvSpPr>
          <p:cNvPr id="21" name="Oval 20">
            <a:extLst xmlns:a="http://schemas.openxmlformats.org/drawingml/2006/main">
              <a:ext uri="{FF2B5EF4-FFF2-40B4-BE49-F238E27FC236}">
                <a16:creationId xmlns:a16="http://schemas.microsoft.com/office/drawing/2014/main" id="{45D946E5-0C35-44D8-8F98-8321AF3702B0}"/>
              </a:ext>
            </a:extLst>
          </p:cNvPr>
          <p:cNvSpPr>
            <a:spLocks xmlns:a="http://schemas.openxmlformats.org/drawingml/2006/main" noGrp="1"/>
          </p:cNvSpPr>
          <p:nvPr/>
        </p:nvSpPr>
        <p:spPr>
          <a:xfrm xmlns:a="http://schemas.openxmlformats.org/drawingml/2006/main">
            <a:off x="5324475" y="2257425"/>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858E086C-812B-44AB-A4C4-84D68B284547}"/>
              </a:ext>
            </a:extLst>
          </p:cNvPr>
          <p:cNvSpPr>
            <a:spLocks xmlns:a="http://schemas.openxmlformats.org/drawingml/2006/main" noGrp="1"/>
          </p:cNvSpPr>
          <p:nvPr/>
        </p:nvSpPr>
        <p:spPr>
          <a:xfrm xmlns:a="http://schemas.openxmlformats.org/drawingml/2006/main">
            <a:off x="532447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xmlns:a="http://schemas.openxmlformats.org/drawingml/2006/main">
              <a:ext uri="{FF2B5EF4-FFF2-40B4-BE49-F238E27FC236}">
                <a16:creationId xmlns:a16="http://schemas.microsoft.com/office/drawing/2014/main" id="{D82A0C26-CEEA-4869-8E11-3B1AC53B0626}"/>
              </a:ext>
            </a:extLst>
          </p:cNvPr>
          <p:cNvSpPr>
            <a:spLocks xmlns:a="http://schemas.openxmlformats.org/drawingml/2006/main" noGrp="1"/>
          </p:cNvSpPr>
          <p:nvPr/>
        </p:nvSpPr>
        <p:spPr>
          <a:xfrm xmlns:a="http://schemas.openxmlformats.org/drawingml/2006/main">
            <a:off x="532447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xmlns:a="http://schemas.openxmlformats.org/drawingml/2006/main">
              <a:ext uri="{FF2B5EF4-FFF2-40B4-BE49-F238E27FC236}">
                <a16:creationId xmlns:a16="http://schemas.microsoft.com/office/drawing/2014/main" id="{29F0BBEE-95F2-4B11-8618-847736EF03EF}"/>
              </a:ext>
            </a:extLst>
          </p:cNvPr>
          <p:cNvSpPr>
            <a:spLocks xmlns:a="http://schemas.openxmlformats.org/drawingml/2006/main" noGrp="1"/>
          </p:cNvSpPr>
          <p:nvPr/>
        </p:nvSpPr>
        <p:spPr>
          <a:xfrm xmlns:a="http://schemas.openxmlformats.org/drawingml/2006/main">
            <a:off x="532447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xmlns:a="http://schemas.openxmlformats.org/drawingml/2006/main">
              <a:ext uri="{FF2B5EF4-FFF2-40B4-BE49-F238E27FC236}">
                <a16:creationId xmlns:a16="http://schemas.microsoft.com/office/drawing/2014/main" id="{43F62091-0960-4C3E-8E53-561DF64D8CF6}"/>
              </a:ext>
            </a:extLst>
          </p:cNvPr>
          <p:cNvSpPr>
            <a:spLocks xmlns:a="http://schemas.openxmlformats.org/drawingml/2006/main" noGrp="1"/>
          </p:cNvSpPr>
          <p:nvPr/>
        </p:nvSpPr>
        <p:spPr>
          <a:xfrm xmlns:a="http://schemas.openxmlformats.org/drawingml/2006/main">
            <a:off x="710565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6" name="Rectangle: Rounded Corners 25">
            <a:extLst xmlns:a="http://schemas.openxmlformats.org/drawingml/2006/main">
              <a:ext uri="{FF2B5EF4-FFF2-40B4-BE49-F238E27FC236}">
                <a16:creationId xmlns:a16="http://schemas.microsoft.com/office/drawing/2014/main" id="{A2E44B4F-6788-40A2-BAA9-9D988A41A214}"/>
              </a:ext>
            </a:extLst>
          </p:cNvPr>
          <p:cNvSpPr>
            <a:spLocks xmlns:a="http://schemas.openxmlformats.org/drawingml/2006/main" noGrp="1"/>
          </p:cNvSpPr>
          <p:nvPr/>
        </p:nvSpPr>
        <p:spPr>
          <a:xfrm xmlns:a="http://schemas.openxmlformats.org/drawingml/2006/main">
            <a:off x="748665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3FC6D6"/>
            </a:solidFill>
            <a:prstDash val="solid"/>
          </a:ln>
        </p:spPr>
      </p:sp>
      <p:sp>
        <p:nvSpPr>
          <p:cNvPr id="27" name="Oval 26">
            <a:extLst xmlns:a="http://schemas.openxmlformats.org/drawingml/2006/main">
              <a:ext uri="{FF2B5EF4-FFF2-40B4-BE49-F238E27FC236}">
                <a16:creationId xmlns:a16="http://schemas.microsoft.com/office/drawing/2014/main" id="{B32FF889-DAAC-4B5C-9AD9-F7712EBAE414}"/>
              </a:ext>
            </a:extLst>
          </p:cNvPr>
          <p:cNvSpPr>
            <a:spLocks xmlns:a="http://schemas.openxmlformats.org/drawingml/2006/main" noGrp="1"/>
          </p:cNvSpPr>
          <p:nvPr/>
        </p:nvSpPr>
        <p:spPr>
          <a:xfrm xmlns:a="http://schemas.openxmlformats.org/drawingml/2006/main">
            <a:off x="7658100" y="2257425"/>
            <a:ext cx="361950" cy="3619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DDD4FBAE-9AA1-4231-80B1-761D7DECD31B}"/>
              </a:ext>
            </a:extLst>
          </p:cNvPr>
          <p:cNvSpPr>
            <a:spLocks xmlns:a="http://schemas.openxmlformats.org/drawingml/2006/main" noGrp="1"/>
          </p:cNvSpPr>
          <p:nvPr/>
        </p:nvSpPr>
        <p:spPr>
          <a:xfrm xmlns:a="http://schemas.openxmlformats.org/drawingml/2006/main">
            <a:off x="765810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xmlns:a="http://schemas.openxmlformats.org/drawingml/2006/main">
              <a:ext uri="{FF2B5EF4-FFF2-40B4-BE49-F238E27FC236}">
                <a16:creationId xmlns:a16="http://schemas.microsoft.com/office/drawing/2014/main" id="{C938FE03-46F0-4A5A-A7B4-A469C807779E}"/>
              </a:ext>
            </a:extLst>
          </p:cNvPr>
          <p:cNvSpPr>
            <a:spLocks xmlns:a="http://schemas.openxmlformats.org/drawingml/2006/main" noGrp="1"/>
          </p:cNvSpPr>
          <p:nvPr/>
        </p:nvSpPr>
        <p:spPr>
          <a:xfrm xmlns:a="http://schemas.openxmlformats.org/drawingml/2006/main">
            <a:off x="765810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xmlns:a="http://schemas.openxmlformats.org/drawingml/2006/main">
              <a:ext uri="{FF2B5EF4-FFF2-40B4-BE49-F238E27FC236}">
                <a16:creationId xmlns:a16="http://schemas.microsoft.com/office/drawing/2014/main" id="{7FEDDFD4-09CE-4778-8FAF-993429A2A84B}"/>
              </a:ext>
            </a:extLst>
          </p:cNvPr>
          <p:cNvSpPr>
            <a:spLocks xmlns:a="http://schemas.openxmlformats.org/drawingml/2006/main" noGrp="1"/>
          </p:cNvSpPr>
          <p:nvPr/>
        </p:nvSpPr>
        <p:spPr>
          <a:xfrm xmlns:a="http://schemas.openxmlformats.org/drawingml/2006/main">
            <a:off x="765810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xmlns:a="http://schemas.openxmlformats.org/drawingml/2006/main">
              <a:ext uri="{FF2B5EF4-FFF2-40B4-BE49-F238E27FC236}">
                <a16:creationId xmlns:a16="http://schemas.microsoft.com/office/drawing/2014/main" id="{5B9EAD3A-F162-4D43-9E77-3685D098340F}"/>
              </a:ext>
            </a:extLst>
          </p:cNvPr>
          <p:cNvSpPr>
            <a:spLocks xmlns:a="http://schemas.openxmlformats.org/drawingml/2006/main" noGrp="1"/>
          </p:cNvSpPr>
          <p:nvPr/>
        </p:nvSpPr>
        <p:spPr>
          <a:xfrm xmlns:a="http://schemas.openxmlformats.org/drawingml/2006/main">
            <a:off x="943927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32" name="Rectangle: Rounded Corners 31">
            <a:extLst xmlns:a="http://schemas.openxmlformats.org/drawingml/2006/main">
              <a:ext uri="{FF2B5EF4-FFF2-40B4-BE49-F238E27FC236}">
                <a16:creationId xmlns:a16="http://schemas.microsoft.com/office/drawing/2014/main" id="{7CAF063E-8C26-4B28-85F2-21875C81928F}"/>
              </a:ext>
            </a:extLst>
          </p:cNvPr>
          <p:cNvSpPr>
            <a:spLocks xmlns:a="http://schemas.openxmlformats.org/drawingml/2006/main" noGrp="1"/>
          </p:cNvSpPr>
          <p:nvPr/>
        </p:nvSpPr>
        <p:spPr>
          <a:xfrm xmlns:a="http://schemas.openxmlformats.org/drawingml/2006/main">
            <a:off x="98202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46760"/>
            </a:solidFill>
            <a:prstDash val="solid"/>
          </a:ln>
        </p:spPr>
      </p:sp>
      <p:sp>
        <p:nvSpPr>
          <p:cNvPr id="33" name="Oval 32">
            <a:extLst xmlns:a="http://schemas.openxmlformats.org/drawingml/2006/main">
              <a:ext uri="{FF2B5EF4-FFF2-40B4-BE49-F238E27FC236}">
                <a16:creationId xmlns:a16="http://schemas.microsoft.com/office/drawing/2014/main" id="{3AAA0B9D-410B-41E9-B4A7-66B48239FA17}"/>
              </a:ext>
            </a:extLst>
          </p:cNvPr>
          <p:cNvSpPr>
            <a:spLocks xmlns:a="http://schemas.openxmlformats.org/drawingml/2006/main" noGrp="1"/>
          </p:cNvSpPr>
          <p:nvPr/>
        </p:nvSpPr>
        <p:spPr>
          <a:xfrm xmlns:a="http://schemas.openxmlformats.org/drawingml/2006/main">
            <a:off x="9991725" y="2257425"/>
            <a:ext cx="361950" cy="361950"/>
          </a:xfrm>
          <a:prstGeom xmlns:a="http://schemas.openxmlformats.org/drawingml/2006/main" prst="ellipse">
            <a:avLst/>
          </a:prstGeom>
          <a:solidFill xmlns:a="http://schemas.openxmlformats.org/drawingml/2006/main">
            <a:srgbClr val="E46760"/>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1A413704-7DA6-4AFB-A326-83393AF5147C}"/>
              </a:ext>
            </a:extLst>
          </p:cNvPr>
          <p:cNvSpPr>
            <a:spLocks xmlns:a="http://schemas.openxmlformats.org/drawingml/2006/main" noGrp="1"/>
          </p:cNvSpPr>
          <p:nvPr/>
        </p:nvSpPr>
        <p:spPr>
          <a:xfrm xmlns:a="http://schemas.openxmlformats.org/drawingml/2006/main">
            <a:off x="99917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xmlns:a="http://schemas.openxmlformats.org/drawingml/2006/main">
              <a:ext uri="{FF2B5EF4-FFF2-40B4-BE49-F238E27FC236}">
                <a16:creationId xmlns:a16="http://schemas.microsoft.com/office/drawing/2014/main" id="{6974E358-85F5-4216-89C2-B3744AD65C46}"/>
              </a:ext>
            </a:extLst>
          </p:cNvPr>
          <p:cNvSpPr>
            <a:spLocks xmlns:a="http://schemas.openxmlformats.org/drawingml/2006/main" noGrp="1"/>
          </p:cNvSpPr>
          <p:nvPr/>
        </p:nvSpPr>
        <p:spPr>
          <a:xfrm xmlns:a="http://schemas.openxmlformats.org/drawingml/2006/main">
            <a:off x="99917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62"/>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xmlns:a="http://schemas.openxmlformats.org/drawingml/2006/main">
              <a:ext uri="{FF2B5EF4-FFF2-40B4-BE49-F238E27FC236}">
                <a16:creationId xmlns:a16="http://schemas.microsoft.com/office/drawing/2014/main" id="{FCE93AAA-541D-4A4A-92CE-446CAFE7C544}"/>
              </a:ext>
            </a:extLst>
          </p:cNvPr>
          <p:cNvSpPr>
            <a:spLocks xmlns:a="http://schemas.openxmlformats.org/drawingml/2006/main" noGrp="1"/>
          </p:cNvSpPr>
          <p:nvPr/>
        </p:nvSpPr>
        <p:spPr>
          <a:xfrm xmlns:a="http://schemas.openxmlformats.org/drawingml/2006/main">
            <a:off x="99917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xmlns:a="http://schemas.openxmlformats.org/drawingml/2006/main">
              <a:ext uri="{FF2B5EF4-FFF2-40B4-BE49-F238E27FC236}">
                <a16:creationId xmlns:a16="http://schemas.microsoft.com/office/drawing/2014/main" id="{091062D5-E2FF-45FD-ABF1-5C63C2AFC896}"/>
              </a:ext>
            </a:extLst>
          </p:cNvPr>
          <p:cNvSpPr>
            <a:spLocks xmlns:a="http://schemas.openxmlformats.org/drawingml/2006/main" noGrp="1"/>
          </p:cNvSpPr>
          <p:nvPr/>
        </p:nvSpPr>
        <p:spPr>
          <a:xfrm xmlns:a="http://schemas.openxmlformats.org/drawingml/2006/main">
            <a:off x="638175" y="4324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AFC0B8"/>
                </a:solidFill>
                <a:latin typeface="Arial"/>
                <a:ea typeface="Arial"/>
                <a:cs typeface="Arial"/>
              </a:defRPr>
            </a:defPPr>
            <a:lvl1pPr algn="l">
              <a:buNone/>
              <a:defRPr sz="975" b="1" i="0">
                <a:solidFill>
                  <a:srgbClr val="AFC0B8"/>
                </a:solidFill>
                <a:latin typeface="Arial"/>
                <a:ea typeface="Arial"/>
                <a:cs typeface="Arial"/>
              </a:defRPr>
            </a:lvl1pPr>
            <a:lvl2pPr algn="l">
              <a:buNone/>
              <a:defRPr sz="975" b="1" i="0">
                <a:solidFill>
                  <a:srgbClr val="AFC0B8"/>
                </a:solidFill>
                <a:latin typeface="Arial"/>
                <a:ea typeface="Arial"/>
                <a:cs typeface="Arial"/>
              </a:defRPr>
            </a:lvl2pPr>
            <a:lvl3pPr algn="l">
              <a:buNone/>
              <a:defRPr sz="975" b="1" i="0">
                <a:solidFill>
                  <a:srgbClr val="AFC0B8"/>
                </a:solidFill>
                <a:latin typeface="Arial"/>
                <a:ea typeface="Arial"/>
                <a:cs typeface="Arial"/>
              </a:defRPr>
            </a:lvl3pPr>
            <a:lvl4pPr algn="l">
              <a:buNone/>
              <a:defRPr sz="975" b="1" i="0">
                <a:solidFill>
                  <a:srgbClr val="AFC0B8"/>
                </a:solidFill>
                <a:latin typeface="Arial"/>
                <a:ea typeface="Arial"/>
                <a:cs typeface="Arial"/>
              </a:defRPr>
            </a:lvl4pPr>
            <a:lvl5pPr algn="l">
              <a:buNone/>
              <a:defRPr sz="975" b="1" i="0">
                <a:solidFill>
                  <a:srgbClr val="AFC0B8"/>
                </a:solidFill>
                <a:latin typeface="Arial"/>
                <a:ea typeface="Arial"/>
                <a:cs typeface="Arial"/>
              </a:defRPr>
            </a:lvl5pPr>
            <a:lvl6pPr algn="l">
              <a:buNone/>
              <a:defRPr sz="975" b="1" i="0">
                <a:solidFill>
                  <a:srgbClr val="AFC0B8"/>
                </a:solidFill>
                <a:latin typeface="Arial"/>
                <a:ea typeface="Arial"/>
                <a:cs typeface="Arial"/>
              </a:defRPr>
            </a:lvl6pPr>
            <a:lvl7pPr algn="l">
              <a:buNone/>
              <a:defRPr sz="975" b="1" i="0">
                <a:solidFill>
                  <a:srgbClr val="AFC0B8"/>
                </a:solidFill>
                <a:latin typeface="Arial"/>
                <a:ea typeface="Arial"/>
                <a:cs typeface="Arial"/>
              </a:defRPr>
            </a:lvl7pPr>
            <a:lvl8pPr algn="l">
              <a:buNone/>
              <a:defRPr sz="975" b="1" i="0">
                <a:solidFill>
                  <a:srgbClr val="AFC0B8"/>
                </a:solidFill>
                <a:latin typeface="Arial"/>
                <a:ea typeface="Arial"/>
                <a:cs typeface="Arial"/>
              </a:defRPr>
            </a:lvl8pPr>
            <a:lvl9pPr algn="l">
              <a:buNone/>
              <a:defRPr sz="975" b="1" i="0">
                <a:solidFill>
                  <a:srgbClr val="AFC0B8"/>
                </a:solidFill>
                <a:latin typeface="Arial"/>
                <a:ea typeface="Arial"/>
                <a:cs typeface="Arial"/>
              </a:defRPr>
            </a:lvl9pPr>
          </a:lstStyle>
          <a:p xmlns:a="http://schemas.openxmlformats.org/drawingml/2006/main">
            <a:pPr algn="l">
              <a:buNone/>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xmlns:a="http://schemas.openxmlformats.org/drawingml/2006/main">
              <a:ext uri="{FF2B5EF4-FFF2-40B4-BE49-F238E27FC236}">
                <a16:creationId xmlns:a16="http://schemas.microsoft.com/office/drawing/2014/main" id="{0E0AE250-3697-46DD-896F-1EF0B7F40469}"/>
              </a:ext>
            </a:extLst>
          </p:cNvPr>
          <p:cNvSpPr>
            <a:spLocks xmlns:a="http://schemas.openxmlformats.org/drawingml/2006/main" noGrp="1"/>
          </p:cNvSpPr>
          <p:nvPr/>
        </p:nvSpPr>
        <p:spPr>
          <a:xfrm xmlns:a="http://schemas.openxmlformats.org/drawingml/2006/main">
            <a:off x="647700" y="4724400"/>
            <a:ext cx="2381250" cy="285750"/>
          </a:xfrm>
          <a:prstGeom xmlns:a="http://schemas.openxmlformats.org/drawingml/2006/main" prst="roundRect">
            <a:avLst>
              <a:gd name="adj" fmla="val 26667"/>
            </a:avLst>
          </a:prstGeom>
          <a:solidFill xmlns:a="http://schemas.openxmlformats.org/drawingml/2006/main">
            <a:srgbClr val="FBECEB"/>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xmlns:a="http://schemas.openxmlformats.org/drawingml/2006/main">
              <a:ext uri="{FF2B5EF4-FFF2-40B4-BE49-F238E27FC236}">
                <a16:creationId xmlns:a16="http://schemas.microsoft.com/office/drawing/2014/main" id="{303A84C0-6E60-4017-A01C-97B221652F5F}"/>
              </a:ext>
            </a:extLst>
          </p:cNvPr>
          <p:cNvSpPr>
            <a:spLocks xmlns:a="http://schemas.openxmlformats.org/drawingml/2006/main" noGrp="1"/>
          </p:cNvSpPr>
          <p:nvPr/>
        </p:nvSpPr>
        <p:spPr>
          <a:xfrm xmlns:a="http://schemas.openxmlformats.org/drawingml/2006/main">
            <a:off x="3267075" y="4724400"/>
            <a:ext cx="2428875" cy="285750"/>
          </a:xfrm>
          <a:prstGeom xmlns:a="http://schemas.openxmlformats.org/drawingml/2006/main" prst="roundRect">
            <a:avLst>
              <a:gd name="adj" fmla="val 26667"/>
            </a:avLst>
          </a:prstGeom>
          <a:solidFill xmlns:a="http://schemas.openxmlformats.org/drawingml/2006/main">
            <a:srgbClr val="E8F8EF"/>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xmlns:a="http://schemas.openxmlformats.org/drawingml/2006/main">
              <a:ext uri="{FF2B5EF4-FFF2-40B4-BE49-F238E27FC236}">
                <a16:creationId xmlns:a16="http://schemas.microsoft.com/office/drawing/2014/main" id="{FFDC83DE-A739-4053-9877-B9CCCA51D19E}"/>
              </a:ext>
            </a:extLst>
          </p:cNvPr>
          <p:cNvSpPr>
            <a:spLocks xmlns:a="http://schemas.openxmlformats.org/drawingml/2006/main" noGrp="1"/>
          </p:cNvSpPr>
          <p:nvPr/>
        </p:nvSpPr>
        <p:spPr>
          <a:xfrm xmlns:a="http://schemas.openxmlformats.org/drawingml/2006/main">
            <a:off x="5934075" y="4724400"/>
            <a:ext cx="2476500" cy="285750"/>
          </a:xfrm>
          <a:prstGeom xmlns:a="http://schemas.openxmlformats.org/drawingml/2006/main" prst="roundRect">
            <a:avLst>
              <a:gd name="adj" fmla="val 26667"/>
            </a:avLst>
          </a:prstGeom>
          <a:solidFill xmlns:a="http://schemas.openxmlformats.org/drawingml/2006/main">
            <a:srgbClr val="EAF7F8"/>
          </a:solidFill>
          <a:ln xmlns:a="http://schemas.openxmlformats.org/drawingml/2006/main" w="9525">
            <a:solidFill>
              <a:srgbClr val="167D89"/>
            </a:solidFill>
            <a:prstDash val="solid"/>
          </a:ln>
        </p:spPr>
        <p:txBody>
          <a:bodyPr xmlns:a="http://schemas.openxmlformats.org/drawingml/2006/main" anchor="ctr">
            <a:normAutofit/>
          </a:bodyPr>
          <a:lstStyle xmlns:a="http://schemas.openxmlformats.org/drawingml/2006/main">
            <a:defPPr algn="ctr">
              <a:defRPr sz="900" b="1">
                <a:solidFill>
                  <a:srgbClr val="167D89"/>
                </a:solidFill>
                <a:latin typeface="Arial"/>
                <a:ea typeface="Arial"/>
                <a:cs typeface="Arial"/>
              </a:defRPr>
            </a:defPPr>
            <a:lvl1pPr algn="ctr">
              <a:buNone/>
              <a:defRPr sz="900" b="1">
                <a:solidFill>
                  <a:srgbClr val="167D89"/>
                </a:solidFill>
                <a:latin typeface="Arial"/>
                <a:ea typeface="Arial"/>
                <a:cs typeface="Arial"/>
              </a:defRPr>
            </a:lvl1pPr>
            <a:lvl2pPr algn="ctr">
              <a:buNone/>
              <a:defRPr sz="900" b="1">
                <a:solidFill>
                  <a:srgbClr val="167D89"/>
                </a:solidFill>
                <a:latin typeface="Arial"/>
                <a:ea typeface="Arial"/>
                <a:cs typeface="Arial"/>
              </a:defRPr>
            </a:lvl2pPr>
            <a:lvl3pPr algn="ctr">
              <a:buNone/>
              <a:defRPr sz="900" b="1">
                <a:solidFill>
                  <a:srgbClr val="167D89"/>
                </a:solidFill>
                <a:latin typeface="Arial"/>
                <a:ea typeface="Arial"/>
                <a:cs typeface="Arial"/>
              </a:defRPr>
            </a:lvl3pPr>
            <a:lvl4pPr algn="ctr">
              <a:buNone/>
              <a:defRPr sz="900" b="1">
                <a:solidFill>
                  <a:srgbClr val="167D89"/>
                </a:solidFill>
                <a:latin typeface="Arial"/>
                <a:ea typeface="Arial"/>
                <a:cs typeface="Arial"/>
              </a:defRPr>
            </a:lvl4pPr>
            <a:lvl5pPr algn="ctr">
              <a:buNone/>
              <a:defRPr sz="900" b="1">
                <a:solidFill>
                  <a:srgbClr val="167D89"/>
                </a:solidFill>
                <a:latin typeface="Arial"/>
                <a:ea typeface="Arial"/>
                <a:cs typeface="Arial"/>
              </a:defRPr>
            </a:lvl5pPr>
            <a:lvl6pPr algn="ctr">
              <a:buNone/>
              <a:defRPr sz="900" b="1">
                <a:solidFill>
                  <a:srgbClr val="167D89"/>
                </a:solidFill>
                <a:latin typeface="Arial"/>
                <a:ea typeface="Arial"/>
                <a:cs typeface="Arial"/>
              </a:defRPr>
            </a:lvl6pPr>
            <a:lvl7pPr algn="ctr">
              <a:buNone/>
              <a:defRPr sz="900" b="1">
                <a:solidFill>
                  <a:srgbClr val="167D89"/>
                </a:solidFill>
                <a:latin typeface="Arial"/>
                <a:ea typeface="Arial"/>
                <a:cs typeface="Arial"/>
              </a:defRPr>
            </a:lvl7pPr>
            <a:lvl8pPr algn="ctr">
              <a:buNone/>
              <a:defRPr sz="900" b="1">
                <a:solidFill>
                  <a:srgbClr val="167D89"/>
                </a:solidFill>
                <a:latin typeface="Arial"/>
                <a:ea typeface="Arial"/>
                <a:cs typeface="Arial"/>
              </a:defRPr>
            </a:lvl8pPr>
            <a:lvl9pPr algn="ctr">
              <a:buNone/>
              <a:defRPr sz="900" b="1">
                <a:solidFill>
                  <a:srgbClr val="167D89"/>
                </a:solidFill>
                <a:latin typeface="Arial"/>
                <a:ea typeface="Arial"/>
                <a:cs typeface="Arial"/>
              </a:defRPr>
            </a:lvl9pPr>
          </a:lstStyle>
          <a:p xmlns:a="http://schemas.openxmlformats.org/drawingml/2006/main">
            <a:pPr algn="ctr">
              <a:buNone/>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xmlns:a="http://schemas.openxmlformats.org/drawingml/2006/main">
              <a:ext uri="{FF2B5EF4-FFF2-40B4-BE49-F238E27FC236}">
                <a16:creationId xmlns:a16="http://schemas.microsoft.com/office/drawing/2014/main" id="{F9EA9D4B-776B-4A1A-A015-B8164D341F4F}"/>
              </a:ext>
            </a:extLst>
          </p:cNvPr>
          <p:cNvSpPr>
            <a:spLocks xmlns:a="http://schemas.openxmlformats.org/drawingml/2006/main" noGrp="1"/>
          </p:cNvSpPr>
          <p:nvPr/>
        </p:nvSpPr>
        <p:spPr>
          <a:xfrm xmlns:a="http://schemas.openxmlformats.org/drawingml/2006/main">
            <a:off x="8648700" y="4724400"/>
            <a:ext cx="2095500" cy="285750"/>
          </a:xfrm>
          <a:prstGeom xmlns:a="http://schemas.openxmlformats.org/drawingml/2006/main" prst="roundRect">
            <a:avLst>
              <a:gd name="adj" fmla="val 26667"/>
            </a:avLst>
          </a:prstGeom>
          <a:solidFill xmlns:a="http://schemas.openxmlformats.org/drawingml/2006/main">
            <a:srgbClr val="EAF1FA"/>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xmlns:a="http://schemas.openxmlformats.org/drawingml/2006/main">
              <a:ext uri="{FF2B5EF4-FFF2-40B4-BE49-F238E27FC236}">
                <a16:creationId xmlns:a16="http://schemas.microsoft.com/office/drawing/2014/main" id="{7D700530-8E42-4AA0-9843-45ABD757F4A2}"/>
              </a:ext>
            </a:extLst>
          </p:cNvPr>
          <p:cNvSpPr>
            <a:spLocks xmlns:a="http://schemas.openxmlformats.org/drawingml/2006/main" noGrp="1"/>
          </p:cNvSpPr>
          <p:nvPr/>
        </p:nvSpPr>
        <p:spPr>
          <a:xfrm xmlns:a="http://schemas.openxmlformats.org/drawingml/2006/main">
            <a:off x="638175" y="55054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0B17B7C5-D423-40B4-BBA2-0D371D9E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1764D9D-25B1-4BD1-A4CD-02570B1C45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F33D57-7043-492B-ADF1-C6E9D65B3E2C}"/>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xmlns:a="http://schemas.openxmlformats.org/drawingml/2006/main">
              <a:ext uri="{FF2B5EF4-FFF2-40B4-BE49-F238E27FC236}">
                <a16:creationId xmlns:a16="http://schemas.microsoft.com/office/drawing/2014/main" id="{6DBA71DF-1168-4265-87DB-5D0130CF39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xmlns:a="http://schemas.openxmlformats.org/drawingml/2006/main">
              <a:ext uri="{FF2B5EF4-FFF2-40B4-BE49-F238E27FC236}">
                <a16:creationId xmlns:a16="http://schemas.microsoft.com/office/drawing/2014/main" id="{507C1A3A-21A3-4443-B312-0619B09D9AE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xmlns:a="http://schemas.openxmlformats.org/drawingml/2006/main">
              <a:ext uri="{FF2B5EF4-FFF2-40B4-BE49-F238E27FC236}">
                <a16:creationId xmlns:a16="http://schemas.microsoft.com/office/drawing/2014/main" id="{E028D820-EE5C-4F34-ACB0-75397B96331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multimodal compatibility ranker</a:t>
            </a:r>
          </a:p>
        </p:txBody>
      </p:sp>
      <p:sp>
        <p:nvSpPr>
          <p:cNvPr id="7" name="Rectangle 6">
            <a:extLst xmlns:a="http://schemas.openxmlformats.org/drawingml/2006/main">
              <a:ext uri="{FF2B5EF4-FFF2-40B4-BE49-F238E27FC236}">
                <a16:creationId xmlns:a16="http://schemas.microsoft.com/office/drawing/2014/main" id="{235C74B7-E07D-4CDF-A867-42CFB06EE62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xmlns:a="http://schemas.openxmlformats.org/drawingml/2006/main">
              <a:ext uri="{FF2B5EF4-FFF2-40B4-BE49-F238E27FC236}">
                <a16:creationId xmlns:a16="http://schemas.microsoft.com/office/drawing/2014/main" id="{09428FAB-AF81-45AC-9631-F96B4BDFC81A}"/>
              </a:ext>
            </a:extLst>
          </p:cNvPr>
          <p:cNvSpPr>
            <a:spLocks xmlns:a="http://schemas.openxmlformats.org/drawingml/2006/main" noGrp="1"/>
          </p:cNvSpPr>
          <p:nvPr/>
        </p:nvSpPr>
        <p:spPr>
          <a:xfrm xmlns:a="http://schemas.openxmlformats.org/drawingml/2006/main">
            <a:off x="5238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4E9BEC"/>
                </a:solidFill>
                <a:latin typeface="Arial"/>
                <a:ea typeface="Arial"/>
                <a:cs typeface="Arial"/>
              </a:defRPr>
            </a:defPPr>
            <a:lvl1pPr algn="ctr">
              <a:buNone/>
              <a:defRPr sz="900" b="1" i="0">
                <a:solidFill>
                  <a:srgbClr val="4E9BEC"/>
                </a:solidFill>
                <a:latin typeface="Arial"/>
                <a:ea typeface="Arial"/>
                <a:cs typeface="Arial"/>
              </a:defRPr>
            </a:lvl1pPr>
            <a:lvl2pPr algn="ctr">
              <a:buNone/>
              <a:defRPr sz="900" b="1" i="0">
                <a:solidFill>
                  <a:srgbClr val="4E9BEC"/>
                </a:solidFill>
                <a:latin typeface="Arial"/>
                <a:ea typeface="Arial"/>
                <a:cs typeface="Arial"/>
              </a:defRPr>
            </a:lvl2pPr>
            <a:lvl3pPr algn="ctr">
              <a:buNone/>
              <a:defRPr sz="900" b="1" i="0">
                <a:solidFill>
                  <a:srgbClr val="4E9BEC"/>
                </a:solidFill>
                <a:latin typeface="Arial"/>
                <a:ea typeface="Arial"/>
                <a:cs typeface="Arial"/>
              </a:defRPr>
            </a:lvl3pPr>
            <a:lvl4pPr algn="ctr">
              <a:buNone/>
              <a:defRPr sz="900" b="1" i="0">
                <a:solidFill>
                  <a:srgbClr val="4E9BEC"/>
                </a:solidFill>
                <a:latin typeface="Arial"/>
                <a:ea typeface="Arial"/>
                <a:cs typeface="Arial"/>
              </a:defRPr>
            </a:lvl4pPr>
            <a:lvl5pPr algn="ctr">
              <a:buNone/>
              <a:defRPr sz="900" b="1" i="0">
                <a:solidFill>
                  <a:srgbClr val="4E9BEC"/>
                </a:solidFill>
                <a:latin typeface="Arial"/>
                <a:ea typeface="Arial"/>
                <a:cs typeface="Arial"/>
              </a:defRPr>
            </a:lvl5pPr>
            <a:lvl6pPr algn="ctr">
              <a:buNone/>
              <a:defRPr sz="900" b="1" i="0">
                <a:solidFill>
                  <a:srgbClr val="4E9BEC"/>
                </a:solidFill>
                <a:latin typeface="Arial"/>
                <a:ea typeface="Arial"/>
                <a:cs typeface="Arial"/>
              </a:defRPr>
            </a:lvl6pPr>
            <a:lvl7pPr algn="ctr">
              <a:buNone/>
              <a:defRPr sz="900" b="1" i="0">
                <a:solidFill>
                  <a:srgbClr val="4E9BEC"/>
                </a:solidFill>
                <a:latin typeface="Arial"/>
                <a:ea typeface="Arial"/>
                <a:cs typeface="Arial"/>
              </a:defRPr>
            </a:lvl7pPr>
            <a:lvl8pPr algn="ctr">
              <a:buNone/>
              <a:defRPr sz="900" b="1" i="0">
                <a:solidFill>
                  <a:srgbClr val="4E9BEC"/>
                </a:solidFill>
                <a:latin typeface="Arial"/>
                <a:ea typeface="Arial"/>
                <a:cs typeface="Arial"/>
              </a:defRPr>
            </a:lvl8pPr>
            <a:lvl9pPr algn="ctr">
              <a:buNone/>
              <a:defRPr sz="900" b="1" i="0">
                <a:solidFill>
                  <a:srgbClr val="4E9BEC"/>
                </a:solidFill>
                <a:latin typeface="Arial"/>
                <a:ea typeface="Arial"/>
                <a:cs typeface="Arial"/>
              </a:defRPr>
            </a:lvl9pPr>
          </a:lstStyle>
          <a:p xmlns:a="http://schemas.openxmlformats.org/drawingml/2006/main">
            <a:pPr algn="ctr">
              <a:buNone/>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xmlns:a="http://schemas.openxmlformats.org/drawingml/2006/main">
              <a:ext uri="{FF2B5EF4-FFF2-40B4-BE49-F238E27FC236}">
                <a16:creationId xmlns:a16="http://schemas.microsoft.com/office/drawing/2014/main" id="{93C63F36-D2B4-41E5-9C8E-C3FDBFCE55AA}"/>
              </a:ext>
            </a:extLst>
          </p:cNvPr>
          <p:cNvSpPr>
            <a:spLocks xmlns:a="http://schemas.openxmlformats.org/drawingml/2006/main" noGrp="1"/>
          </p:cNvSpPr>
          <p:nvPr/>
        </p:nvSpPr>
        <p:spPr>
          <a:xfrm xmlns:a="http://schemas.openxmlformats.org/drawingml/2006/main">
            <a:off x="5238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31F93CBD-615F-4E57-B4C8-FA4E87441F44}"/>
              </a:ext>
            </a:extLst>
          </p:cNvPr>
          <p:cNvSpPr>
            <a:spLocks xmlns:a="http://schemas.openxmlformats.org/drawingml/2006/main" noGrp="1"/>
          </p:cNvSpPr>
          <p:nvPr/>
        </p:nvSpPr>
        <p:spPr>
          <a:xfrm xmlns:a="http://schemas.openxmlformats.org/drawingml/2006/main">
            <a:off x="7143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xmlns:a="http://schemas.openxmlformats.org/drawingml/2006/main">
              <a:ext uri="{FF2B5EF4-FFF2-40B4-BE49-F238E27FC236}">
                <a16:creationId xmlns:a16="http://schemas.microsoft.com/office/drawing/2014/main" id="{AA9BB20F-CAE3-4480-B184-BED92ACEDFF8}"/>
              </a:ext>
            </a:extLst>
          </p:cNvPr>
          <p:cNvSpPr>
            <a:spLocks xmlns:a="http://schemas.openxmlformats.org/drawingml/2006/main" noGrp="1"/>
          </p:cNvSpPr>
          <p:nvPr/>
        </p:nvSpPr>
        <p:spPr>
          <a:xfrm xmlns:a="http://schemas.openxmlformats.org/drawingml/2006/main">
            <a:off x="7620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xmlns:a="http://schemas.openxmlformats.org/drawingml/2006/main">
              <a:ext uri="{FF2B5EF4-FFF2-40B4-BE49-F238E27FC236}">
                <a16:creationId xmlns:a16="http://schemas.microsoft.com/office/drawing/2014/main" id="{4AAF95FF-4773-4632-8803-8EAAD14222E5}"/>
              </a:ext>
            </a:extLst>
          </p:cNvPr>
          <p:cNvSpPr>
            <a:spLocks xmlns:a="http://schemas.openxmlformats.org/drawingml/2006/main" noGrp="1"/>
          </p:cNvSpPr>
          <p:nvPr/>
        </p:nvSpPr>
        <p:spPr>
          <a:xfrm xmlns:a="http://schemas.openxmlformats.org/drawingml/2006/main">
            <a:off x="2143125" y="3448050"/>
            <a:ext cx="0" cy="428625"/>
          </a:xfrm>
          <a:prstGeom xmlns:a="http://schemas.openxmlformats.org/drawingml/2006/main" prst="line">
            <a:avLst/>
          </a:prstGeom>
          <a:noFill xmlns:a="http://schemas.openxmlformats.org/drawingml/2006/main"/>
          <a:ln xmlns:a="http://schemas.openxmlformats.org/drawingml/2006/main" w="28575">
            <a:solidFill>
              <a:srgbClr val="4E9BEC"/>
            </a:solidFill>
            <a:prstDash val="solid"/>
          </a:ln>
        </p:spPr>
      </p:sp>
      <p:sp>
        <p:nvSpPr>
          <p:cNvPr id="13" name="Rectangle 12">
            <a:extLst xmlns:a="http://schemas.openxmlformats.org/drawingml/2006/main">
              <a:ext uri="{FF2B5EF4-FFF2-40B4-BE49-F238E27FC236}">
                <a16:creationId xmlns:a16="http://schemas.microsoft.com/office/drawing/2014/main" id="{E69706D8-3DF0-45D8-A717-2B796BEC8556}"/>
              </a:ext>
            </a:extLst>
          </p:cNvPr>
          <p:cNvSpPr>
            <a:spLocks xmlns:a="http://schemas.openxmlformats.org/drawingml/2006/main" noGrp="1"/>
          </p:cNvSpPr>
          <p:nvPr/>
        </p:nvSpPr>
        <p:spPr>
          <a:xfrm xmlns:a="http://schemas.openxmlformats.org/drawingml/2006/main">
            <a:off x="427672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2DBD73"/>
                </a:solidFill>
                <a:latin typeface="Arial"/>
                <a:ea typeface="Arial"/>
                <a:cs typeface="Arial"/>
              </a:defRPr>
            </a:defPPr>
            <a:lvl1pPr algn="ctr">
              <a:buNone/>
              <a:defRPr sz="900" b="1" i="0">
                <a:solidFill>
                  <a:srgbClr val="2DBD73"/>
                </a:solidFill>
                <a:latin typeface="Arial"/>
                <a:ea typeface="Arial"/>
                <a:cs typeface="Arial"/>
              </a:defRPr>
            </a:lvl1pPr>
            <a:lvl2pPr algn="ctr">
              <a:buNone/>
              <a:defRPr sz="900" b="1" i="0">
                <a:solidFill>
                  <a:srgbClr val="2DBD73"/>
                </a:solidFill>
                <a:latin typeface="Arial"/>
                <a:ea typeface="Arial"/>
                <a:cs typeface="Arial"/>
              </a:defRPr>
            </a:lvl2pPr>
            <a:lvl3pPr algn="ctr">
              <a:buNone/>
              <a:defRPr sz="900" b="1" i="0">
                <a:solidFill>
                  <a:srgbClr val="2DBD73"/>
                </a:solidFill>
                <a:latin typeface="Arial"/>
                <a:ea typeface="Arial"/>
                <a:cs typeface="Arial"/>
              </a:defRPr>
            </a:lvl3pPr>
            <a:lvl4pPr algn="ctr">
              <a:buNone/>
              <a:defRPr sz="900" b="1" i="0">
                <a:solidFill>
                  <a:srgbClr val="2DBD73"/>
                </a:solidFill>
                <a:latin typeface="Arial"/>
                <a:ea typeface="Arial"/>
                <a:cs typeface="Arial"/>
              </a:defRPr>
            </a:lvl4pPr>
            <a:lvl5pPr algn="ctr">
              <a:buNone/>
              <a:defRPr sz="900" b="1" i="0">
                <a:solidFill>
                  <a:srgbClr val="2DBD73"/>
                </a:solidFill>
                <a:latin typeface="Arial"/>
                <a:ea typeface="Arial"/>
                <a:cs typeface="Arial"/>
              </a:defRPr>
            </a:lvl5pPr>
            <a:lvl6pPr algn="ctr">
              <a:buNone/>
              <a:defRPr sz="900" b="1" i="0">
                <a:solidFill>
                  <a:srgbClr val="2DBD73"/>
                </a:solidFill>
                <a:latin typeface="Arial"/>
                <a:ea typeface="Arial"/>
                <a:cs typeface="Arial"/>
              </a:defRPr>
            </a:lvl6pPr>
            <a:lvl7pPr algn="ctr">
              <a:buNone/>
              <a:defRPr sz="900" b="1" i="0">
                <a:solidFill>
                  <a:srgbClr val="2DBD73"/>
                </a:solidFill>
                <a:latin typeface="Arial"/>
                <a:ea typeface="Arial"/>
                <a:cs typeface="Arial"/>
              </a:defRPr>
            </a:lvl7pPr>
            <a:lvl8pPr algn="ctr">
              <a:buNone/>
              <a:defRPr sz="900" b="1" i="0">
                <a:solidFill>
                  <a:srgbClr val="2DBD73"/>
                </a:solidFill>
                <a:latin typeface="Arial"/>
                <a:ea typeface="Arial"/>
                <a:cs typeface="Arial"/>
              </a:defRPr>
            </a:lvl8pPr>
            <a:lvl9pPr algn="ctr">
              <a:buNone/>
              <a:defRPr sz="900" b="1" i="0">
                <a:solidFill>
                  <a:srgbClr val="2DBD73"/>
                </a:solidFill>
                <a:latin typeface="Arial"/>
                <a:ea typeface="Arial"/>
                <a:cs typeface="Arial"/>
              </a:defRPr>
            </a:lvl9pPr>
          </a:lstStyle>
          <a:p xmlns:a="http://schemas.openxmlformats.org/drawingml/2006/main">
            <a:pPr algn="ctr">
              <a:buNone/>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xmlns:a="http://schemas.openxmlformats.org/drawingml/2006/main">
              <a:ext uri="{FF2B5EF4-FFF2-40B4-BE49-F238E27FC236}">
                <a16:creationId xmlns:a16="http://schemas.microsoft.com/office/drawing/2014/main" id="{EA4B49F5-1AD3-4A15-B584-DEE0844511B9}"/>
              </a:ext>
            </a:extLst>
          </p:cNvPr>
          <p:cNvSpPr>
            <a:spLocks xmlns:a="http://schemas.openxmlformats.org/drawingml/2006/main" noGrp="1"/>
          </p:cNvSpPr>
          <p:nvPr/>
        </p:nvSpPr>
        <p:spPr>
          <a:xfrm xmlns:a="http://schemas.openxmlformats.org/drawingml/2006/main">
            <a:off x="427672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2DBD73"/>
            </a:solidFill>
            <a:prstDash val="solid"/>
          </a:ln>
        </p:spPr>
      </p:sp>
      <p:sp>
        <p:nvSpPr>
          <p:cNvPr id="15" name="Rectangle 14">
            <a:extLst xmlns:a="http://schemas.openxmlformats.org/drawingml/2006/main">
              <a:ext uri="{FF2B5EF4-FFF2-40B4-BE49-F238E27FC236}">
                <a16:creationId xmlns:a16="http://schemas.microsoft.com/office/drawing/2014/main" id="{C3C471FE-6E76-4944-B494-AF61B57433C3}"/>
              </a:ext>
            </a:extLst>
          </p:cNvPr>
          <p:cNvSpPr>
            <a:spLocks xmlns:a="http://schemas.openxmlformats.org/drawingml/2006/main" noGrp="1"/>
          </p:cNvSpPr>
          <p:nvPr/>
        </p:nvSpPr>
        <p:spPr>
          <a:xfrm xmlns:a="http://schemas.openxmlformats.org/drawingml/2006/main">
            <a:off x="446722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xmlns:a="http://schemas.openxmlformats.org/drawingml/2006/main">
              <a:ext uri="{FF2B5EF4-FFF2-40B4-BE49-F238E27FC236}">
                <a16:creationId xmlns:a16="http://schemas.microsoft.com/office/drawing/2014/main" id="{AD459994-44F5-4A12-8286-42E9F9638EFE}"/>
              </a:ext>
            </a:extLst>
          </p:cNvPr>
          <p:cNvSpPr>
            <a:spLocks xmlns:a="http://schemas.openxmlformats.org/drawingml/2006/main" noGrp="1"/>
          </p:cNvSpPr>
          <p:nvPr/>
        </p:nvSpPr>
        <p:spPr>
          <a:xfrm xmlns:a="http://schemas.openxmlformats.org/drawingml/2006/main">
            <a:off x="451485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11"/>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xmlns:a="http://schemas.openxmlformats.org/drawingml/2006/main">
              <a:ext uri="{FF2B5EF4-FFF2-40B4-BE49-F238E27FC236}">
                <a16:creationId xmlns:a16="http://schemas.microsoft.com/office/drawing/2014/main" id="{55A0F83D-71EF-4570-8313-F6D74A04818C}"/>
              </a:ext>
            </a:extLst>
          </p:cNvPr>
          <p:cNvSpPr>
            <a:spLocks xmlns:a="http://schemas.openxmlformats.org/drawingml/2006/main" noGrp="1"/>
          </p:cNvSpPr>
          <p:nvPr/>
        </p:nvSpPr>
        <p:spPr>
          <a:xfrm xmlns:a="http://schemas.openxmlformats.org/drawingml/2006/main">
            <a:off x="5895975" y="3448050"/>
            <a:ext cx="0" cy="428625"/>
          </a:xfrm>
          <a:prstGeom xmlns:a="http://schemas.openxmlformats.org/drawingml/2006/main" prst="line">
            <a:avLst/>
          </a:prstGeom>
          <a:noFill xmlns:a="http://schemas.openxmlformats.org/drawingml/2006/main"/>
          <a:ln xmlns:a="http://schemas.openxmlformats.org/drawingml/2006/main" w="28575">
            <a:solidFill>
              <a:srgbClr val="2DBD73"/>
            </a:solidFill>
            <a:prstDash val="solid"/>
          </a:ln>
        </p:spPr>
      </p:sp>
      <p:sp>
        <p:nvSpPr>
          <p:cNvPr id="18" name="Rectangle 17">
            <a:extLst xmlns:a="http://schemas.openxmlformats.org/drawingml/2006/main">
              <a:ext uri="{FF2B5EF4-FFF2-40B4-BE49-F238E27FC236}">
                <a16:creationId xmlns:a16="http://schemas.microsoft.com/office/drawing/2014/main" id="{4E1D3BD4-B172-4E40-91C6-6FAC1C6C5166}"/>
              </a:ext>
            </a:extLst>
          </p:cNvPr>
          <p:cNvSpPr>
            <a:spLocks xmlns:a="http://schemas.openxmlformats.org/drawingml/2006/main" noGrp="1"/>
          </p:cNvSpPr>
          <p:nvPr/>
        </p:nvSpPr>
        <p:spPr>
          <a:xfrm xmlns:a="http://schemas.openxmlformats.org/drawingml/2006/main">
            <a:off x="80295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E84AAB"/>
                </a:solidFill>
                <a:latin typeface="Arial"/>
                <a:ea typeface="Arial"/>
                <a:cs typeface="Arial"/>
              </a:defRPr>
            </a:defPPr>
            <a:lvl1pPr algn="ctr">
              <a:buNone/>
              <a:defRPr sz="900" b="1" i="0">
                <a:solidFill>
                  <a:srgbClr val="E84AAB"/>
                </a:solidFill>
                <a:latin typeface="Arial"/>
                <a:ea typeface="Arial"/>
                <a:cs typeface="Arial"/>
              </a:defRPr>
            </a:lvl1pPr>
            <a:lvl2pPr algn="ctr">
              <a:buNone/>
              <a:defRPr sz="900" b="1" i="0">
                <a:solidFill>
                  <a:srgbClr val="E84AAB"/>
                </a:solidFill>
                <a:latin typeface="Arial"/>
                <a:ea typeface="Arial"/>
                <a:cs typeface="Arial"/>
              </a:defRPr>
            </a:lvl2pPr>
            <a:lvl3pPr algn="ctr">
              <a:buNone/>
              <a:defRPr sz="900" b="1" i="0">
                <a:solidFill>
                  <a:srgbClr val="E84AAB"/>
                </a:solidFill>
                <a:latin typeface="Arial"/>
                <a:ea typeface="Arial"/>
                <a:cs typeface="Arial"/>
              </a:defRPr>
            </a:lvl3pPr>
            <a:lvl4pPr algn="ctr">
              <a:buNone/>
              <a:defRPr sz="900" b="1" i="0">
                <a:solidFill>
                  <a:srgbClr val="E84AAB"/>
                </a:solidFill>
                <a:latin typeface="Arial"/>
                <a:ea typeface="Arial"/>
                <a:cs typeface="Arial"/>
              </a:defRPr>
            </a:lvl4pPr>
            <a:lvl5pPr algn="ctr">
              <a:buNone/>
              <a:defRPr sz="900" b="1" i="0">
                <a:solidFill>
                  <a:srgbClr val="E84AAB"/>
                </a:solidFill>
                <a:latin typeface="Arial"/>
                <a:ea typeface="Arial"/>
                <a:cs typeface="Arial"/>
              </a:defRPr>
            </a:lvl5pPr>
            <a:lvl6pPr algn="ctr">
              <a:buNone/>
              <a:defRPr sz="900" b="1" i="0">
                <a:solidFill>
                  <a:srgbClr val="E84AAB"/>
                </a:solidFill>
                <a:latin typeface="Arial"/>
                <a:ea typeface="Arial"/>
                <a:cs typeface="Arial"/>
              </a:defRPr>
            </a:lvl6pPr>
            <a:lvl7pPr algn="ctr">
              <a:buNone/>
              <a:defRPr sz="900" b="1" i="0">
                <a:solidFill>
                  <a:srgbClr val="E84AAB"/>
                </a:solidFill>
                <a:latin typeface="Arial"/>
                <a:ea typeface="Arial"/>
                <a:cs typeface="Arial"/>
              </a:defRPr>
            </a:lvl7pPr>
            <a:lvl8pPr algn="ctr">
              <a:buNone/>
              <a:defRPr sz="900" b="1" i="0">
                <a:solidFill>
                  <a:srgbClr val="E84AAB"/>
                </a:solidFill>
                <a:latin typeface="Arial"/>
                <a:ea typeface="Arial"/>
                <a:cs typeface="Arial"/>
              </a:defRPr>
            </a:lvl8pPr>
            <a:lvl9pPr algn="ctr">
              <a:buNone/>
              <a:defRPr sz="900" b="1" i="0">
                <a:solidFill>
                  <a:srgbClr val="E84AAB"/>
                </a:solidFill>
                <a:latin typeface="Arial"/>
                <a:ea typeface="Arial"/>
                <a:cs typeface="Arial"/>
              </a:defRPr>
            </a:lvl9pPr>
          </a:lstStyle>
          <a:p xmlns:a="http://schemas.openxmlformats.org/drawingml/2006/main">
            <a:pPr algn="ctr">
              <a:buNone/>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xmlns:a="http://schemas.openxmlformats.org/drawingml/2006/main">
              <a:ext uri="{FF2B5EF4-FFF2-40B4-BE49-F238E27FC236}">
                <a16:creationId xmlns:a16="http://schemas.microsoft.com/office/drawing/2014/main" id="{AA53F404-4602-4149-80DB-A42B3D9C0BAD}"/>
              </a:ext>
            </a:extLst>
          </p:cNvPr>
          <p:cNvSpPr>
            <a:spLocks xmlns:a="http://schemas.openxmlformats.org/drawingml/2006/main" noGrp="1"/>
          </p:cNvSpPr>
          <p:nvPr/>
        </p:nvSpPr>
        <p:spPr>
          <a:xfrm xmlns:a="http://schemas.openxmlformats.org/drawingml/2006/main">
            <a:off x="80295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E84AAB"/>
            </a:solidFill>
            <a:prstDash val="solid"/>
          </a:ln>
        </p:spPr>
      </p:sp>
      <p:sp>
        <p:nvSpPr>
          <p:cNvPr id="20" name="Rectangle 19">
            <a:extLst xmlns:a="http://schemas.openxmlformats.org/drawingml/2006/main">
              <a:ext uri="{FF2B5EF4-FFF2-40B4-BE49-F238E27FC236}">
                <a16:creationId xmlns:a16="http://schemas.microsoft.com/office/drawing/2014/main" id="{5A85E630-CA5C-4654-9E69-06357A87B499}"/>
              </a:ext>
            </a:extLst>
          </p:cNvPr>
          <p:cNvSpPr>
            <a:spLocks xmlns:a="http://schemas.openxmlformats.org/drawingml/2006/main" noGrp="1"/>
          </p:cNvSpPr>
          <p:nvPr/>
        </p:nvSpPr>
        <p:spPr>
          <a:xfrm xmlns:a="http://schemas.openxmlformats.org/drawingml/2006/main">
            <a:off x="82200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xmlns:a="http://schemas.openxmlformats.org/drawingml/2006/main">
              <a:ext uri="{FF2B5EF4-FFF2-40B4-BE49-F238E27FC236}">
                <a16:creationId xmlns:a16="http://schemas.microsoft.com/office/drawing/2014/main" id="{BA0946BC-FC0E-4F30-8C34-570B67D67810}"/>
              </a:ext>
            </a:extLst>
          </p:cNvPr>
          <p:cNvSpPr>
            <a:spLocks xmlns:a="http://schemas.openxmlformats.org/drawingml/2006/main" noGrp="1"/>
          </p:cNvSpPr>
          <p:nvPr/>
        </p:nvSpPr>
        <p:spPr>
          <a:xfrm xmlns:a="http://schemas.openxmlformats.org/drawingml/2006/main">
            <a:off x="82677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xmlns:a="http://schemas.openxmlformats.org/drawingml/2006/main">
              <a:ext uri="{FF2B5EF4-FFF2-40B4-BE49-F238E27FC236}">
                <a16:creationId xmlns:a16="http://schemas.microsoft.com/office/drawing/2014/main" id="{0254E004-0138-41CB-8075-57A8216A4F46}"/>
              </a:ext>
            </a:extLst>
          </p:cNvPr>
          <p:cNvSpPr>
            <a:spLocks xmlns:a="http://schemas.openxmlformats.org/drawingml/2006/main" noGrp="1"/>
          </p:cNvSpPr>
          <p:nvPr/>
        </p:nvSpPr>
        <p:spPr>
          <a:xfrm xmlns:a="http://schemas.openxmlformats.org/drawingml/2006/main">
            <a:off x="9648825" y="3448050"/>
            <a:ext cx="0" cy="428625"/>
          </a:xfrm>
          <a:prstGeom xmlns:a="http://schemas.openxmlformats.org/drawingml/2006/main" prst="line">
            <a:avLst/>
          </a:prstGeom>
          <a:noFill xmlns:a="http://schemas.openxmlformats.org/drawingml/2006/main"/>
          <a:ln xmlns:a="http://schemas.openxmlformats.org/drawingml/2006/main" w="28575">
            <a:solidFill>
              <a:srgbClr val="E84AAB"/>
            </a:solidFill>
            <a:prstDash val="solid"/>
          </a:ln>
        </p:spPr>
      </p:sp>
      <p:sp>
        <p:nvSpPr>
          <p:cNvPr id="23" name="Rectangle: Rounded Corners 22">
            <a:extLst xmlns:a="http://schemas.openxmlformats.org/drawingml/2006/main">
              <a:ext uri="{FF2B5EF4-FFF2-40B4-BE49-F238E27FC236}">
                <a16:creationId xmlns:a16="http://schemas.microsoft.com/office/drawing/2014/main" id="{61DCA902-EA41-44FB-B35E-D1C85B88A973}"/>
              </a:ext>
            </a:extLst>
          </p:cNvPr>
          <p:cNvSpPr>
            <a:spLocks xmlns:a="http://schemas.openxmlformats.org/drawingml/2006/main" noGrp="1"/>
          </p:cNvSpPr>
          <p:nvPr/>
        </p:nvSpPr>
        <p:spPr>
          <a:xfrm xmlns:a="http://schemas.openxmlformats.org/drawingml/2006/main">
            <a:off x="1714500" y="3876675"/>
            <a:ext cx="8763000" cy="666750"/>
          </a:xfrm>
          <a:prstGeom xmlns:a="http://schemas.openxmlformats.org/drawingml/2006/main" prst="roundRect">
            <a:avLst>
              <a:gd name="adj" fmla="val 17143"/>
            </a:avLst>
          </a:prstGeom>
          <a:solidFill xmlns:a="http://schemas.openxmlformats.org/drawingml/2006/main">
            <a:srgbClr val="102720"/>
          </a:solidFill>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6FD2CDE2-C774-4EAD-857E-D1F53B752FAF}"/>
              </a:ext>
            </a:extLst>
          </p:cNvPr>
          <p:cNvSpPr>
            <a:spLocks xmlns:a="http://schemas.openxmlformats.org/drawingml/2006/main" noGrp="1"/>
          </p:cNvSpPr>
          <p:nvPr/>
        </p:nvSpPr>
        <p:spPr>
          <a:xfrm xmlns:a="http://schemas.openxmlformats.org/drawingml/2006/main">
            <a:off x="2038350" y="40100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xmlns:a="http://schemas.openxmlformats.org/drawingml/2006/main">
              <a:ext uri="{FF2B5EF4-FFF2-40B4-BE49-F238E27FC236}">
                <a16:creationId xmlns:a16="http://schemas.microsoft.com/office/drawing/2014/main" id="{ABBBEC07-331E-4C88-B195-EE32DA9B8205}"/>
              </a:ext>
            </a:extLst>
          </p:cNvPr>
          <p:cNvSpPr>
            <a:spLocks xmlns:a="http://schemas.openxmlformats.org/drawingml/2006/main" noGrp="1"/>
          </p:cNvSpPr>
          <p:nvPr/>
        </p:nvSpPr>
        <p:spPr>
          <a:xfrm xmlns:a="http://schemas.openxmlformats.org/drawingml/2006/main">
            <a:off x="4000500" y="39909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ctr">
              <a:defRPr sz="1425" b="1" i="0">
                <a:solidFill>
                  <a:srgbClr val="F4F7F5"/>
                </a:solidFill>
                <a:latin typeface="Arial"/>
                <a:ea typeface="Arial"/>
                <a:cs typeface="Arial"/>
              </a:defRPr>
            </a:defPPr>
            <a:lvl1pPr algn="ctr">
              <a:buNone/>
              <a:defRPr sz="1425" b="1" i="0">
                <a:solidFill>
                  <a:srgbClr val="F4F7F5"/>
                </a:solidFill>
                <a:latin typeface="Arial"/>
                <a:ea typeface="Arial"/>
                <a:cs typeface="Arial"/>
              </a:defRPr>
            </a:lvl1pPr>
            <a:lvl2pPr algn="ctr">
              <a:buNone/>
              <a:defRPr sz="1425" b="1" i="0">
                <a:solidFill>
                  <a:srgbClr val="F4F7F5"/>
                </a:solidFill>
                <a:latin typeface="Arial"/>
                <a:ea typeface="Arial"/>
                <a:cs typeface="Arial"/>
              </a:defRPr>
            </a:lvl2pPr>
            <a:lvl3pPr algn="ctr">
              <a:buNone/>
              <a:defRPr sz="1425" b="1" i="0">
                <a:solidFill>
                  <a:srgbClr val="F4F7F5"/>
                </a:solidFill>
                <a:latin typeface="Arial"/>
                <a:ea typeface="Arial"/>
                <a:cs typeface="Arial"/>
              </a:defRPr>
            </a:lvl3pPr>
            <a:lvl4pPr algn="ctr">
              <a:buNone/>
              <a:defRPr sz="1425" b="1" i="0">
                <a:solidFill>
                  <a:srgbClr val="F4F7F5"/>
                </a:solidFill>
                <a:latin typeface="Arial"/>
                <a:ea typeface="Arial"/>
                <a:cs typeface="Arial"/>
              </a:defRPr>
            </a:lvl4pPr>
            <a:lvl5pPr algn="ctr">
              <a:buNone/>
              <a:defRPr sz="1425" b="1" i="0">
                <a:solidFill>
                  <a:srgbClr val="F4F7F5"/>
                </a:solidFill>
                <a:latin typeface="Arial"/>
                <a:ea typeface="Arial"/>
                <a:cs typeface="Arial"/>
              </a:defRPr>
            </a:lvl5pPr>
            <a:lvl6pPr algn="ctr">
              <a:buNone/>
              <a:defRPr sz="1425" b="1" i="0">
                <a:solidFill>
                  <a:srgbClr val="F4F7F5"/>
                </a:solidFill>
                <a:latin typeface="Arial"/>
                <a:ea typeface="Arial"/>
                <a:cs typeface="Arial"/>
              </a:defRPr>
            </a:lvl6pPr>
            <a:lvl7pPr algn="ctr">
              <a:buNone/>
              <a:defRPr sz="1425" b="1" i="0">
                <a:solidFill>
                  <a:srgbClr val="F4F7F5"/>
                </a:solidFill>
                <a:latin typeface="Arial"/>
                <a:ea typeface="Arial"/>
                <a:cs typeface="Arial"/>
              </a:defRPr>
            </a:lvl7pPr>
            <a:lvl8pPr algn="ctr">
              <a:buNone/>
              <a:defRPr sz="1425" b="1" i="0">
                <a:solidFill>
                  <a:srgbClr val="F4F7F5"/>
                </a:solidFill>
                <a:latin typeface="Arial"/>
                <a:ea typeface="Arial"/>
                <a:cs typeface="Arial"/>
              </a:defRPr>
            </a:lvl8pPr>
            <a:lvl9pPr algn="ctr">
              <a:buNone/>
              <a:defRPr sz="1425" b="1" i="0">
                <a:solidFill>
                  <a:srgbClr val="F4F7F5"/>
                </a:solidFill>
                <a:latin typeface="Arial"/>
                <a:ea typeface="Arial"/>
                <a:cs typeface="Arial"/>
              </a:defRPr>
            </a:lvl9pPr>
          </a:lstStyle>
          <a:p xmlns:a="http://schemas.openxmlformats.org/drawingml/2006/main">
            <a:pPr algn="ctr">
              <a:buNone/>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xmlns:a="http://schemas.openxmlformats.org/drawingml/2006/main">
              <a:ext uri="{FF2B5EF4-FFF2-40B4-BE49-F238E27FC236}">
                <a16:creationId xmlns:a16="http://schemas.microsoft.com/office/drawing/2014/main" id="{993CD819-79D1-41DC-B41F-41F664F25B93}"/>
              </a:ext>
            </a:extLst>
          </p:cNvPr>
          <p:cNvSpPr>
            <a:spLocks xmlns:a="http://schemas.openxmlformats.org/drawingml/2006/main" noGrp="1"/>
          </p:cNvSpPr>
          <p:nvPr/>
        </p:nvSpPr>
        <p:spPr>
          <a:xfrm xmlns:a="http://schemas.openxmlformats.org/drawingml/2006/main">
            <a:off x="55245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xmlns:a="http://schemas.openxmlformats.org/drawingml/2006/main">
              <a:ext uri="{FF2B5EF4-FFF2-40B4-BE49-F238E27FC236}">
                <a16:creationId xmlns:a16="http://schemas.microsoft.com/office/drawing/2014/main" id="{0D8EFFCE-D667-4AD4-93A2-6BCA02E1B3B1}"/>
              </a:ext>
            </a:extLst>
          </p:cNvPr>
          <p:cNvSpPr>
            <a:spLocks xmlns:a="http://schemas.openxmlformats.org/drawingml/2006/main" noGrp="1"/>
          </p:cNvSpPr>
          <p:nvPr/>
        </p:nvSpPr>
        <p:spPr>
          <a:xfrm xmlns:a="http://schemas.openxmlformats.org/drawingml/2006/main">
            <a:off x="4333875"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xmlns:a="http://schemas.openxmlformats.org/drawingml/2006/main">
              <a:ext uri="{FF2B5EF4-FFF2-40B4-BE49-F238E27FC236}">
                <a16:creationId xmlns:a16="http://schemas.microsoft.com/office/drawing/2014/main" id="{1A06F44B-CFA4-44DC-A043-861DE07AFB4C}"/>
              </a:ext>
            </a:extLst>
          </p:cNvPr>
          <p:cNvSpPr>
            <a:spLocks xmlns:a="http://schemas.openxmlformats.org/drawingml/2006/main" noGrp="1"/>
          </p:cNvSpPr>
          <p:nvPr/>
        </p:nvSpPr>
        <p:spPr>
          <a:xfrm xmlns:a="http://schemas.openxmlformats.org/drawingml/2006/main">
            <a:off x="811530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xmlns:a="http://schemas.openxmlformats.org/drawingml/2006/main">
              <a:ext uri="{FF2B5EF4-FFF2-40B4-BE49-F238E27FC236}">
                <a16:creationId xmlns:a16="http://schemas.microsoft.com/office/drawing/2014/main" id="{D140FC3A-6A90-4B1E-B6D8-E5EAEB782CA4}"/>
              </a:ext>
            </a:extLst>
          </p:cNvPr>
          <p:cNvSpPr>
            <a:spLocks xmlns:a="http://schemas.openxmlformats.org/drawingml/2006/main" noGrp="1"/>
          </p:cNvSpPr>
          <p:nvPr/>
        </p:nvSpPr>
        <p:spPr>
          <a:xfrm xmlns:a="http://schemas.openxmlformats.org/drawingml/2006/main">
            <a:off x="55245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F1C84B"/>
            </a:solidFill>
            <a:prstDash val="solid"/>
          </a:ln>
        </p:spPr>
        <p:txBody>
          <a:bodyPr xmlns:a="http://schemas.openxmlformats.org/drawingml/2006/main" anchor="ctr">
            <a:normAutofit/>
          </a:bodyPr>
          <a:lstStyle xmlns:a="http://schemas.openxmlformats.org/drawingml/2006/main">
            <a:defPPr algn="ctr">
              <a:defRPr sz="900" b="1">
                <a:solidFill>
                  <a:srgbClr val="F1C84B"/>
                </a:solidFill>
                <a:latin typeface="Arial"/>
                <a:ea typeface="Arial"/>
                <a:cs typeface="Arial"/>
              </a:defRPr>
            </a:defPPr>
            <a:lvl1pPr algn="ctr">
              <a:buNone/>
              <a:defRPr sz="900" b="1">
                <a:solidFill>
                  <a:srgbClr val="F1C84B"/>
                </a:solidFill>
                <a:latin typeface="Arial"/>
                <a:ea typeface="Arial"/>
                <a:cs typeface="Arial"/>
              </a:defRPr>
            </a:lvl1pPr>
            <a:lvl2pPr algn="ctr">
              <a:buNone/>
              <a:defRPr sz="900" b="1">
                <a:solidFill>
                  <a:srgbClr val="F1C84B"/>
                </a:solidFill>
                <a:latin typeface="Arial"/>
                <a:ea typeface="Arial"/>
                <a:cs typeface="Arial"/>
              </a:defRPr>
            </a:lvl2pPr>
            <a:lvl3pPr algn="ctr">
              <a:buNone/>
              <a:defRPr sz="900" b="1">
                <a:solidFill>
                  <a:srgbClr val="F1C84B"/>
                </a:solidFill>
                <a:latin typeface="Arial"/>
                <a:ea typeface="Arial"/>
                <a:cs typeface="Arial"/>
              </a:defRPr>
            </a:lvl3pPr>
            <a:lvl4pPr algn="ctr">
              <a:buNone/>
              <a:defRPr sz="900" b="1">
                <a:solidFill>
                  <a:srgbClr val="F1C84B"/>
                </a:solidFill>
                <a:latin typeface="Arial"/>
                <a:ea typeface="Arial"/>
                <a:cs typeface="Arial"/>
              </a:defRPr>
            </a:lvl4pPr>
            <a:lvl5pPr algn="ctr">
              <a:buNone/>
              <a:defRPr sz="900" b="1">
                <a:solidFill>
                  <a:srgbClr val="F1C84B"/>
                </a:solidFill>
                <a:latin typeface="Arial"/>
                <a:ea typeface="Arial"/>
                <a:cs typeface="Arial"/>
              </a:defRPr>
            </a:lvl5pPr>
            <a:lvl6pPr algn="ctr">
              <a:buNone/>
              <a:defRPr sz="900" b="1">
                <a:solidFill>
                  <a:srgbClr val="F1C84B"/>
                </a:solidFill>
                <a:latin typeface="Arial"/>
                <a:ea typeface="Arial"/>
                <a:cs typeface="Arial"/>
              </a:defRPr>
            </a:lvl6pPr>
            <a:lvl7pPr algn="ctr">
              <a:buNone/>
              <a:defRPr sz="900" b="1">
                <a:solidFill>
                  <a:srgbClr val="F1C84B"/>
                </a:solidFill>
                <a:latin typeface="Arial"/>
                <a:ea typeface="Arial"/>
                <a:cs typeface="Arial"/>
              </a:defRPr>
            </a:lvl7pPr>
            <a:lvl8pPr algn="ctr">
              <a:buNone/>
              <a:defRPr sz="900" b="1">
                <a:solidFill>
                  <a:srgbClr val="F1C84B"/>
                </a:solidFill>
                <a:latin typeface="Arial"/>
                <a:ea typeface="Arial"/>
                <a:cs typeface="Arial"/>
              </a:defRPr>
            </a:lvl8pPr>
            <a:lvl9pPr algn="ctr">
              <a:buNone/>
              <a:defRPr sz="900" b="1">
                <a:solidFill>
                  <a:srgbClr val="F1C84B"/>
                </a:solidFill>
                <a:latin typeface="Arial"/>
                <a:ea typeface="Arial"/>
                <a:cs typeface="Arial"/>
              </a:defRPr>
            </a:lvl9pPr>
          </a:lstStyle>
          <a:p xmlns:a="http://schemas.openxmlformats.org/drawingml/2006/main">
            <a:pPr algn="ctr">
              <a:buNone/>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xmlns:a="http://schemas.openxmlformats.org/drawingml/2006/main">
              <a:ext uri="{FF2B5EF4-FFF2-40B4-BE49-F238E27FC236}">
                <a16:creationId xmlns:a16="http://schemas.microsoft.com/office/drawing/2014/main" id="{37BCC4BE-C4BC-4179-A0BD-A78E94C7C0D8}"/>
              </a:ext>
            </a:extLst>
          </p:cNvPr>
          <p:cNvSpPr>
            <a:spLocks xmlns:a="http://schemas.openxmlformats.org/drawingml/2006/main" noGrp="1"/>
          </p:cNvSpPr>
          <p:nvPr/>
        </p:nvSpPr>
        <p:spPr>
          <a:xfrm xmlns:a="http://schemas.openxmlformats.org/drawingml/2006/main">
            <a:off x="4333875"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84AAB"/>
            </a:solidFill>
            <a:prstDash val="solid"/>
          </a:ln>
        </p:spPr>
        <p:txBody>
          <a:bodyPr xmlns:a="http://schemas.openxmlformats.org/drawingml/2006/main" anchor="ctr">
            <a:normAutofit/>
          </a:bodyPr>
          <a:lstStyle xmlns:a="http://schemas.openxmlformats.org/drawingml/2006/main">
            <a:defPPr algn="ctr">
              <a:defRPr sz="900" b="1">
                <a:solidFill>
                  <a:srgbClr val="E84AAB"/>
                </a:solidFill>
                <a:latin typeface="Arial"/>
                <a:ea typeface="Arial"/>
                <a:cs typeface="Arial"/>
              </a:defRPr>
            </a:defPPr>
            <a:lvl1pPr algn="ctr">
              <a:buNone/>
              <a:defRPr sz="900" b="1">
                <a:solidFill>
                  <a:srgbClr val="E84AAB"/>
                </a:solidFill>
                <a:latin typeface="Arial"/>
                <a:ea typeface="Arial"/>
                <a:cs typeface="Arial"/>
              </a:defRPr>
            </a:lvl1pPr>
            <a:lvl2pPr algn="ctr">
              <a:buNone/>
              <a:defRPr sz="900" b="1">
                <a:solidFill>
                  <a:srgbClr val="E84AAB"/>
                </a:solidFill>
                <a:latin typeface="Arial"/>
                <a:ea typeface="Arial"/>
                <a:cs typeface="Arial"/>
              </a:defRPr>
            </a:lvl2pPr>
            <a:lvl3pPr algn="ctr">
              <a:buNone/>
              <a:defRPr sz="900" b="1">
                <a:solidFill>
                  <a:srgbClr val="E84AAB"/>
                </a:solidFill>
                <a:latin typeface="Arial"/>
                <a:ea typeface="Arial"/>
                <a:cs typeface="Arial"/>
              </a:defRPr>
            </a:lvl3pPr>
            <a:lvl4pPr algn="ctr">
              <a:buNone/>
              <a:defRPr sz="900" b="1">
                <a:solidFill>
                  <a:srgbClr val="E84AAB"/>
                </a:solidFill>
                <a:latin typeface="Arial"/>
                <a:ea typeface="Arial"/>
                <a:cs typeface="Arial"/>
              </a:defRPr>
            </a:lvl4pPr>
            <a:lvl5pPr algn="ctr">
              <a:buNone/>
              <a:defRPr sz="900" b="1">
                <a:solidFill>
                  <a:srgbClr val="E84AAB"/>
                </a:solidFill>
                <a:latin typeface="Arial"/>
                <a:ea typeface="Arial"/>
                <a:cs typeface="Arial"/>
              </a:defRPr>
            </a:lvl5pPr>
            <a:lvl6pPr algn="ctr">
              <a:buNone/>
              <a:defRPr sz="900" b="1">
                <a:solidFill>
                  <a:srgbClr val="E84AAB"/>
                </a:solidFill>
                <a:latin typeface="Arial"/>
                <a:ea typeface="Arial"/>
                <a:cs typeface="Arial"/>
              </a:defRPr>
            </a:lvl6pPr>
            <a:lvl7pPr algn="ctr">
              <a:buNone/>
              <a:defRPr sz="900" b="1">
                <a:solidFill>
                  <a:srgbClr val="E84AAB"/>
                </a:solidFill>
                <a:latin typeface="Arial"/>
                <a:ea typeface="Arial"/>
                <a:cs typeface="Arial"/>
              </a:defRPr>
            </a:lvl7pPr>
            <a:lvl8pPr algn="ctr">
              <a:buNone/>
              <a:defRPr sz="900" b="1">
                <a:solidFill>
                  <a:srgbClr val="E84AAB"/>
                </a:solidFill>
                <a:latin typeface="Arial"/>
                <a:ea typeface="Arial"/>
                <a:cs typeface="Arial"/>
              </a:defRPr>
            </a:lvl8pPr>
            <a:lvl9pPr algn="ctr">
              <a:buNone/>
              <a:defRPr sz="900" b="1">
                <a:solidFill>
                  <a:srgbClr val="E84AAB"/>
                </a:solidFill>
                <a:latin typeface="Arial"/>
                <a:ea typeface="Arial"/>
                <a:cs typeface="Arial"/>
              </a:defRPr>
            </a:lvl9pPr>
          </a:lstStyle>
          <a:p xmlns:a="http://schemas.openxmlformats.org/drawingml/2006/main">
            <a:pPr algn="ctr">
              <a:buNone/>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xmlns:a="http://schemas.openxmlformats.org/drawingml/2006/main">
              <a:ext uri="{FF2B5EF4-FFF2-40B4-BE49-F238E27FC236}">
                <a16:creationId xmlns:a16="http://schemas.microsoft.com/office/drawing/2014/main" id="{7098A7EA-BF49-445C-9E5B-29FCEFDAD081}"/>
              </a:ext>
            </a:extLst>
          </p:cNvPr>
          <p:cNvSpPr>
            <a:spLocks xmlns:a="http://schemas.openxmlformats.org/drawingml/2006/main" noGrp="1"/>
          </p:cNvSpPr>
          <p:nvPr/>
        </p:nvSpPr>
        <p:spPr>
          <a:xfrm xmlns:a="http://schemas.openxmlformats.org/drawingml/2006/main">
            <a:off x="811530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xmlns:a="http://schemas.openxmlformats.org/drawingml/2006/main">
              <a:ext uri="{FF2B5EF4-FFF2-40B4-BE49-F238E27FC236}">
                <a16:creationId xmlns:a16="http://schemas.microsoft.com/office/drawing/2014/main" id="{567FA5EC-7AF7-434D-976A-BC92B33EB538}"/>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78A546E1-08C3-4E87-847B-132765404A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217ECCCD-35DF-4804-8FE2-5367FBCB2E2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1A191F0-DBDB-47F6-9A41-5921501F65F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xmlns:a="http://schemas.openxmlformats.org/drawingml/2006/main">
              <a:ext uri="{FF2B5EF4-FFF2-40B4-BE49-F238E27FC236}">
                <a16:creationId xmlns:a16="http://schemas.microsoft.com/office/drawing/2014/main" id="{A184C502-7A3A-4D3F-986F-D99724F31E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xmlns:a="http://schemas.openxmlformats.org/drawingml/2006/main">
              <a:ext uri="{FF2B5EF4-FFF2-40B4-BE49-F238E27FC236}">
                <a16:creationId xmlns:a16="http://schemas.microsoft.com/office/drawing/2014/main" id="{56BC1AA4-F973-4484-BDEB-8EC133BE443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xmlns:a="http://schemas.openxmlformats.org/drawingml/2006/main">
              <a:ext uri="{FF2B5EF4-FFF2-40B4-BE49-F238E27FC236}">
                <a16:creationId xmlns:a16="http://schemas.microsoft.com/office/drawing/2014/main" id="{7D5D9BB2-EE8E-4C37-8628-B7CBCCD02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How the ranker would learn and make a decision</a:t>
            </a:r>
          </a:p>
        </p:txBody>
      </p:sp>
      <p:sp>
        <p:nvSpPr>
          <p:cNvPr id="7" name="Rectangle 6">
            <a:extLst xmlns:a="http://schemas.openxmlformats.org/drawingml/2006/main">
              <a:ext uri="{FF2B5EF4-FFF2-40B4-BE49-F238E27FC236}">
                <a16:creationId xmlns:a16="http://schemas.microsoft.com/office/drawing/2014/main" id="{DA02788A-9627-41F9-A3ED-9ED8478D2D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xmlns:a="http://schemas.openxmlformats.org/drawingml/2006/main">
              <a:ext uri="{FF2B5EF4-FFF2-40B4-BE49-F238E27FC236}">
                <a16:creationId xmlns:a16="http://schemas.microsoft.com/office/drawing/2014/main" id="{02D228A3-B4DF-47EF-ADC9-72CEABC1DB2F}"/>
              </a:ext>
            </a:extLst>
          </p:cNvPr>
          <p:cNvSpPr>
            <a:spLocks xmlns:a="http://schemas.openxmlformats.org/drawingml/2006/main" noGrp="1"/>
          </p:cNvSpPr>
          <p:nvPr/>
        </p:nvSpPr>
        <p:spPr>
          <a:xfrm xmlns:a="http://schemas.openxmlformats.org/drawingml/2006/main">
            <a:off x="609600" y="1695450"/>
            <a:ext cx="400050" cy="4000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A2917911-A144-4AC3-A64D-21AFB25E5491}"/>
              </a:ext>
            </a:extLst>
          </p:cNvPr>
          <p:cNvSpPr>
            <a:spLocks xmlns:a="http://schemas.openxmlformats.org/drawingml/2006/main" noGrp="1"/>
          </p:cNvSpPr>
          <p:nvPr/>
        </p:nvSpPr>
        <p:spPr>
          <a:xfrm xmlns:a="http://schemas.openxmlformats.org/drawingml/2006/main">
            <a:off x="60960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D5B46C9-058A-46A9-B765-87725F599053}"/>
              </a:ext>
            </a:extLst>
          </p:cNvPr>
          <p:cNvSpPr>
            <a:spLocks xmlns:a="http://schemas.openxmlformats.org/drawingml/2006/main" noGrp="1"/>
          </p:cNvSpPr>
          <p:nvPr/>
        </p:nvSpPr>
        <p:spPr>
          <a:xfrm xmlns:a="http://schemas.openxmlformats.org/drawingml/2006/main">
            <a:off x="1200150" y="165735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2DBD73"/>
                </a:solidFill>
                <a:latin typeface="Arial"/>
                <a:ea typeface="Arial"/>
                <a:cs typeface="Arial"/>
              </a:defRPr>
            </a:defPPr>
            <a:lvl1pPr algn="l">
              <a:buNone/>
              <a:defRPr sz="1350" b="1" i="0">
                <a:solidFill>
                  <a:srgbClr val="2DBD73"/>
                </a:solidFill>
                <a:latin typeface="Arial"/>
                <a:ea typeface="Arial"/>
                <a:cs typeface="Arial"/>
              </a:defRPr>
            </a:lvl1pPr>
            <a:lvl2pPr algn="l">
              <a:buNone/>
              <a:defRPr sz="1350" b="1" i="0">
                <a:solidFill>
                  <a:srgbClr val="2DBD73"/>
                </a:solidFill>
                <a:latin typeface="Arial"/>
                <a:ea typeface="Arial"/>
                <a:cs typeface="Arial"/>
              </a:defRPr>
            </a:lvl2pPr>
            <a:lvl3pPr algn="l">
              <a:buNone/>
              <a:defRPr sz="1350" b="1" i="0">
                <a:solidFill>
                  <a:srgbClr val="2DBD73"/>
                </a:solidFill>
                <a:latin typeface="Arial"/>
                <a:ea typeface="Arial"/>
                <a:cs typeface="Arial"/>
              </a:defRPr>
            </a:lvl3pPr>
            <a:lvl4pPr algn="l">
              <a:buNone/>
              <a:defRPr sz="1350" b="1" i="0">
                <a:solidFill>
                  <a:srgbClr val="2DBD73"/>
                </a:solidFill>
                <a:latin typeface="Arial"/>
                <a:ea typeface="Arial"/>
                <a:cs typeface="Arial"/>
              </a:defRPr>
            </a:lvl4pPr>
            <a:lvl5pPr algn="l">
              <a:buNone/>
              <a:defRPr sz="1350" b="1" i="0">
                <a:solidFill>
                  <a:srgbClr val="2DBD73"/>
                </a:solidFill>
                <a:latin typeface="Arial"/>
                <a:ea typeface="Arial"/>
                <a:cs typeface="Arial"/>
              </a:defRPr>
            </a:lvl5pPr>
            <a:lvl6pPr algn="l">
              <a:buNone/>
              <a:defRPr sz="1350" b="1" i="0">
                <a:solidFill>
                  <a:srgbClr val="2DBD73"/>
                </a:solidFill>
                <a:latin typeface="Arial"/>
                <a:ea typeface="Arial"/>
                <a:cs typeface="Arial"/>
              </a:defRPr>
            </a:lvl6pPr>
            <a:lvl7pPr algn="l">
              <a:buNone/>
              <a:defRPr sz="1350" b="1" i="0">
                <a:solidFill>
                  <a:srgbClr val="2DBD73"/>
                </a:solidFill>
                <a:latin typeface="Arial"/>
                <a:ea typeface="Arial"/>
                <a:cs typeface="Arial"/>
              </a:defRPr>
            </a:lvl7pPr>
            <a:lvl8pPr algn="l">
              <a:buNone/>
              <a:defRPr sz="1350" b="1" i="0">
                <a:solidFill>
                  <a:srgbClr val="2DBD73"/>
                </a:solidFill>
                <a:latin typeface="Arial"/>
                <a:ea typeface="Arial"/>
                <a:cs typeface="Arial"/>
              </a:defRPr>
            </a:lvl8pPr>
            <a:lvl9pPr algn="l">
              <a:buNone/>
              <a:defRPr sz="1350" b="1" i="0">
                <a:solidFill>
                  <a:srgbClr val="2DBD73"/>
                </a:solidFill>
                <a:latin typeface="Arial"/>
                <a:ea typeface="Arial"/>
                <a:cs typeface="Arial"/>
              </a:defRPr>
            </a:lvl9pPr>
          </a:lstStyle>
          <a:p xmlns:a="http://schemas.openxmlformats.org/drawingml/2006/main">
            <a:pPr algn="l">
              <a:buNone/>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xmlns:a="http://schemas.openxmlformats.org/drawingml/2006/main">
              <a:ext uri="{FF2B5EF4-FFF2-40B4-BE49-F238E27FC236}">
                <a16:creationId xmlns:a16="http://schemas.microsoft.com/office/drawing/2014/main" id="{6194550E-FD7A-49D3-B963-2EC19AC3A22C}"/>
              </a:ext>
            </a:extLst>
          </p:cNvPr>
          <p:cNvSpPr>
            <a:spLocks xmlns:a="http://schemas.openxmlformats.org/drawingml/2006/main" noGrp="1"/>
          </p:cNvSpPr>
          <p:nvPr/>
        </p:nvSpPr>
        <p:spPr>
          <a:xfrm xmlns:a="http://schemas.openxmlformats.org/drawingml/2006/main">
            <a:off x="3381375" y="16573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xmlns:a="http://schemas.openxmlformats.org/drawingml/2006/main">
              <a:ext uri="{FF2B5EF4-FFF2-40B4-BE49-F238E27FC236}">
                <a16:creationId xmlns:a16="http://schemas.microsoft.com/office/drawing/2014/main" id="{98A77B49-637E-48E0-A665-7CB368650CA3}"/>
              </a:ext>
            </a:extLst>
          </p:cNvPr>
          <p:cNvSpPr>
            <a:spLocks xmlns:a="http://schemas.openxmlformats.org/drawingml/2006/main" noGrp="1"/>
          </p:cNvSpPr>
          <p:nvPr/>
        </p:nvSpPr>
        <p:spPr>
          <a:xfrm xmlns:a="http://schemas.openxmlformats.org/drawingml/2006/main">
            <a:off x="809625" y="212407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CEF8D7AD-2CB1-4E5B-B543-55564B657EDA}"/>
              </a:ext>
            </a:extLst>
          </p:cNvPr>
          <p:cNvSpPr>
            <a:spLocks xmlns:a="http://schemas.openxmlformats.org/drawingml/2006/main" noGrp="1"/>
          </p:cNvSpPr>
          <p:nvPr/>
        </p:nvSpPr>
        <p:spPr>
          <a:xfrm xmlns:a="http://schemas.openxmlformats.org/drawingml/2006/main">
            <a:off x="609600" y="256222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71116432-CD91-46AD-8D14-6B474A6A417D}"/>
              </a:ext>
            </a:extLst>
          </p:cNvPr>
          <p:cNvSpPr>
            <a:spLocks xmlns:a="http://schemas.openxmlformats.org/drawingml/2006/main" noGrp="1"/>
          </p:cNvSpPr>
          <p:nvPr/>
        </p:nvSpPr>
        <p:spPr>
          <a:xfrm xmlns:a="http://schemas.openxmlformats.org/drawingml/2006/main">
            <a:off x="609600" y="26384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8D65CDD9-D5EC-433D-A9C1-CF05EF7CDEA1}"/>
              </a:ext>
            </a:extLst>
          </p:cNvPr>
          <p:cNvSpPr>
            <a:spLocks xmlns:a="http://schemas.openxmlformats.org/drawingml/2006/main" noGrp="1"/>
          </p:cNvSpPr>
          <p:nvPr/>
        </p:nvSpPr>
        <p:spPr>
          <a:xfrm xmlns:a="http://schemas.openxmlformats.org/drawingml/2006/main">
            <a:off x="1200150" y="25241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xmlns:a="http://schemas.openxmlformats.org/drawingml/2006/main">
              <a:ext uri="{FF2B5EF4-FFF2-40B4-BE49-F238E27FC236}">
                <a16:creationId xmlns:a16="http://schemas.microsoft.com/office/drawing/2014/main" id="{DF1304C0-5078-4117-AA89-DCA90441169E}"/>
              </a:ext>
            </a:extLst>
          </p:cNvPr>
          <p:cNvSpPr>
            <a:spLocks xmlns:a="http://schemas.openxmlformats.org/drawingml/2006/main" noGrp="1"/>
          </p:cNvSpPr>
          <p:nvPr/>
        </p:nvSpPr>
        <p:spPr>
          <a:xfrm xmlns:a="http://schemas.openxmlformats.org/drawingml/2006/main">
            <a:off x="3381375" y="25241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xmlns:a="http://schemas.openxmlformats.org/drawingml/2006/main">
              <a:ext uri="{FF2B5EF4-FFF2-40B4-BE49-F238E27FC236}">
                <a16:creationId xmlns:a16="http://schemas.microsoft.com/office/drawing/2014/main" id="{C7876069-BD36-4AB6-A624-E1B8916EA9F9}"/>
              </a:ext>
            </a:extLst>
          </p:cNvPr>
          <p:cNvSpPr>
            <a:spLocks xmlns:a="http://schemas.openxmlformats.org/drawingml/2006/main" noGrp="1"/>
          </p:cNvSpPr>
          <p:nvPr/>
        </p:nvSpPr>
        <p:spPr>
          <a:xfrm xmlns:a="http://schemas.openxmlformats.org/drawingml/2006/main">
            <a:off x="809625" y="2990850"/>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8" name="Oval 17">
            <a:extLst xmlns:a="http://schemas.openxmlformats.org/drawingml/2006/main">
              <a:ext uri="{FF2B5EF4-FFF2-40B4-BE49-F238E27FC236}">
                <a16:creationId xmlns:a16="http://schemas.microsoft.com/office/drawing/2014/main" id="{5CB584A0-FB80-4C0C-9E96-566C0517B03C}"/>
              </a:ext>
            </a:extLst>
          </p:cNvPr>
          <p:cNvSpPr>
            <a:spLocks xmlns:a="http://schemas.openxmlformats.org/drawingml/2006/main" noGrp="1"/>
          </p:cNvSpPr>
          <p:nvPr/>
        </p:nvSpPr>
        <p:spPr>
          <a:xfrm xmlns:a="http://schemas.openxmlformats.org/drawingml/2006/main">
            <a:off x="609600" y="34290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AB148AB8-E62F-4F91-BB56-81A0F107BCF8}"/>
              </a:ext>
            </a:extLst>
          </p:cNvPr>
          <p:cNvSpPr>
            <a:spLocks xmlns:a="http://schemas.openxmlformats.org/drawingml/2006/main" noGrp="1"/>
          </p:cNvSpPr>
          <p:nvPr/>
        </p:nvSpPr>
        <p:spPr>
          <a:xfrm xmlns:a="http://schemas.openxmlformats.org/drawingml/2006/main">
            <a:off x="609600" y="3505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61844EBB-AB2A-46C7-B434-AFF3F2A3BA8A}"/>
              </a:ext>
            </a:extLst>
          </p:cNvPr>
          <p:cNvSpPr>
            <a:spLocks xmlns:a="http://schemas.openxmlformats.org/drawingml/2006/main" noGrp="1"/>
          </p:cNvSpPr>
          <p:nvPr/>
        </p:nvSpPr>
        <p:spPr>
          <a:xfrm xmlns:a="http://schemas.openxmlformats.org/drawingml/2006/main">
            <a:off x="1200150" y="339090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xmlns:a="http://schemas.openxmlformats.org/drawingml/2006/main">
              <a:ext uri="{FF2B5EF4-FFF2-40B4-BE49-F238E27FC236}">
                <a16:creationId xmlns:a16="http://schemas.microsoft.com/office/drawing/2014/main" id="{DC26590B-ABCF-422C-BAEB-FF5D9963D6C1}"/>
              </a:ext>
            </a:extLst>
          </p:cNvPr>
          <p:cNvSpPr>
            <a:spLocks xmlns:a="http://schemas.openxmlformats.org/drawingml/2006/main" noGrp="1"/>
          </p:cNvSpPr>
          <p:nvPr/>
        </p:nvSpPr>
        <p:spPr>
          <a:xfrm xmlns:a="http://schemas.openxmlformats.org/drawingml/2006/main">
            <a:off x="3381375" y="33909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xmlns:a="http://schemas.openxmlformats.org/drawingml/2006/main">
              <a:ext uri="{FF2B5EF4-FFF2-40B4-BE49-F238E27FC236}">
                <a16:creationId xmlns:a16="http://schemas.microsoft.com/office/drawing/2014/main" id="{A5972ED8-41DA-40C9-8CC2-0E5C081B083D}"/>
              </a:ext>
            </a:extLst>
          </p:cNvPr>
          <p:cNvSpPr>
            <a:spLocks xmlns:a="http://schemas.openxmlformats.org/drawingml/2006/main" noGrp="1"/>
          </p:cNvSpPr>
          <p:nvPr/>
        </p:nvSpPr>
        <p:spPr>
          <a:xfrm xmlns:a="http://schemas.openxmlformats.org/drawingml/2006/main">
            <a:off x="809625" y="385762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3" name="Oval 22">
            <a:extLst xmlns:a="http://schemas.openxmlformats.org/drawingml/2006/main">
              <a:ext uri="{FF2B5EF4-FFF2-40B4-BE49-F238E27FC236}">
                <a16:creationId xmlns:a16="http://schemas.microsoft.com/office/drawing/2014/main" id="{15BAA6D1-6A4C-4BE0-895E-BE29BF5563B2}"/>
              </a:ext>
            </a:extLst>
          </p:cNvPr>
          <p:cNvSpPr>
            <a:spLocks xmlns:a="http://schemas.openxmlformats.org/drawingml/2006/main" noGrp="1"/>
          </p:cNvSpPr>
          <p:nvPr/>
        </p:nvSpPr>
        <p:spPr>
          <a:xfrm xmlns:a="http://schemas.openxmlformats.org/drawingml/2006/main">
            <a:off x="609600" y="4295775"/>
            <a:ext cx="400050" cy="4000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11CFBDD-C26D-41DE-A137-32A6BCF7D649}"/>
              </a:ext>
            </a:extLst>
          </p:cNvPr>
          <p:cNvSpPr>
            <a:spLocks xmlns:a="http://schemas.openxmlformats.org/drawingml/2006/main" noGrp="1"/>
          </p:cNvSpPr>
          <p:nvPr/>
        </p:nvSpPr>
        <p:spPr>
          <a:xfrm xmlns:a="http://schemas.openxmlformats.org/drawingml/2006/main">
            <a:off x="609600" y="43719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xmlns:a="http://schemas.openxmlformats.org/drawingml/2006/main">
              <a:ext uri="{FF2B5EF4-FFF2-40B4-BE49-F238E27FC236}">
                <a16:creationId xmlns:a16="http://schemas.microsoft.com/office/drawing/2014/main" id="{783F2948-A04F-4328-BB4F-833D4D6F08C7}"/>
              </a:ext>
            </a:extLst>
          </p:cNvPr>
          <p:cNvSpPr>
            <a:spLocks xmlns:a="http://schemas.openxmlformats.org/drawingml/2006/main" noGrp="1"/>
          </p:cNvSpPr>
          <p:nvPr/>
        </p:nvSpPr>
        <p:spPr>
          <a:xfrm xmlns:a="http://schemas.openxmlformats.org/drawingml/2006/main">
            <a:off x="1200150" y="4257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4E9BEC"/>
                </a:solidFill>
                <a:latin typeface="Arial"/>
                <a:ea typeface="Arial"/>
                <a:cs typeface="Arial"/>
              </a:defRPr>
            </a:defPPr>
            <a:lvl1pPr algn="l">
              <a:buNone/>
              <a:defRPr sz="1350" b="1" i="0">
                <a:solidFill>
                  <a:srgbClr val="4E9BEC"/>
                </a:solidFill>
                <a:latin typeface="Arial"/>
                <a:ea typeface="Arial"/>
                <a:cs typeface="Arial"/>
              </a:defRPr>
            </a:lvl1pPr>
            <a:lvl2pPr algn="l">
              <a:buNone/>
              <a:defRPr sz="1350" b="1" i="0">
                <a:solidFill>
                  <a:srgbClr val="4E9BEC"/>
                </a:solidFill>
                <a:latin typeface="Arial"/>
                <a:ea typeface="Arial"/>
                <a:cs typeface="Arial"/>
              </a:defRPr>
            </a:lvl2pPr>
            <a:lvl3pPr algn="l">
              <a:buNone/>
              <a:defRPr sz="1350" b="1" i="0">
                <a:solidFill>
                  <a:srgbClr val="4E9BEC"/>
                </a:solidFill>
                <a:latin typeface="Arial"/>
                <a:ea typeface="Arial"/>
                <a:cs typeface="Arial"/>
              </a:defRPr>
            </a:lvl3pPr>
            <a:lvl4pPr algn="l">
              <a:buNone/>
              <a:defRPr sz="1350" b="1" i="0">
                <a:solidFill>
                  <a:srgbClr val="4E9BEC"/>
                </a:solidFill>
                <a:latin typeface="Arial"/>
                <a:ea typeface="Arial"/>
                <a:cs typeface="Arial"/>
              </a:defRPr>
            </a:lvl4pPr>
            <a:lvl5pPr algn="l">
              <a:buNone/>
              <a:defRPr sz="1350" b="1" i="0">
                <a:solidFill>
                  <a:srgbClr val="4E9BEC"/>
                </a:solidFill>
                <a:latin typeface="Arial"/>
                <a:ea typeface="Arial"/>
                <a:cs typeface="Arial"/>
              </a:defRPr>
            </a:lvl5pPr>
            <a:lvl6pPr algn="l">
              <a:buNone/>
              <a:defRPr sz="1350" b="1" i="0">
                <a:solidFill>
                  <a:srgbClr val="4E9BEC"/>
                </a:solidFill>
                <a:latin typeface="Arial"/>
                <a:ea typeface="Arial"/>
                <a:cs typeface="Arial"/>
              </a:defRPr>
            </a:lvl6pPr>
            <a:lvl7pPr algn="l">
              <a:buNone/>
              <a:defRPr sz="1350" b="1" i="0">
                <a:solidFill>
                  <a:srgbClr val="4E9BEC"/>
                </a:solidFill>
                <a:latin typeface="Arial"/>
                <a:ea typeface="Arial"/>
                <a:cs typeface="Arial"/>
              </a:defRPr>
            </a:lvl7pPr>
            <a:lvl8pPr algn="l">
              <a:buNone/>
              <a:defRPr sz="1350" b="1" i="0">
                <a:solidFill>
                  <a:srgbClr val="4E9BEC"/>
                </a:solidFill>
                <a:latin typeface="Arial"/>
                <a:ea typeface="Arial"/>
                <a:cs typeface="Arial"/>
              </a:defRPr>
            </a:lvl8pPr>
            <a:lvl9pPr algn="l">
              <a:buNone/>
              <a:defRPr sz="1350" b="1" i="0">
                <a:solidFill>
                  <a:srgbClr val="4E9BEC"/>
                </a:solidFill>
                <a:latin typeface="Arial"/>
                <a:ea typeface="Arial"/>
                <a:cs typeface="Arial"/>
              </a:defRPr>
            </a:lvl9pPr>
          </a:lstStyle>
          <a:p xmlns:a="http://schemas.openxmlformats.org/drawingml/2006/main">
            <a:pPr algn="l">
              <a:buNone/>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xmlns:a="http://schemas.openxmlformats.org/drawingml/2006/main">
              <a:ext uri="{FF2B5EF4-FFF2-40B4-BE49-F238E27FC236}">
                <a16:creationId xmlns:a16="http://schemas.microsoft.com/office/drawing/2014/main" id="{08242880-F0A0-4718-85B0-9C2CDE324664}"/>
              </a:ext>
            </a:extLst>
          </p:cNvPr>
          <p:cNvSpPr>
            <a:spLocks xmlns:a="http://schemas.openxmlformats.org/drawingml/2006/main" noGrp="1"/>
          </p:cNvSpPr>
          <p:nvPr/>
        </p:nvSpPr>
        <p:spPr>
          <a:xfrm xmlns:a="http://schemas.openxmlformats.org/drawingml/2006/main">
            <a:off x="3381375" y="42576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xmlns:a="http://schemas.openxmlformats.org/drawingml/2006/main">
              <a:ext uri="{FF2B5EF4-FFF2-40B4-BE49-F238E27FC236}">
                <a16:creationId xmlns:a16="http://schemas.microsoft.com/office/drawing/2014/main" id="{2E692EDE-2F10-4747-BD06-73386DF40528}"/>
              </a:ext>
            </a:extLst>
          </p:cNvPr>
          <p:cNvSpPr>
            <a:spLocks xmlns:a="http://schemas.openxmlformats.org/drawingml/2006/main" noGrp="1"/>
          </p:cNvSpPr>
          <p:nvPr/>
        </p:nvSpPr>
        <p:spPr>
          <a:xfrm xmlns:a="http://schemas.openxmlformats.org/drawingml/2006/main">
            <a:off x="600075" y="5267325"/>
            <a:ext cx="521970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2DBD73"/>
            </a:solidFill>
            <a:prstDash val="solid"/>
          </a:ln>
        </p:spPr>
      </p:sp>
      <p:sp>
        <p:nvSpPr>
          <p:cNvPr id="28" name="Rectangle 27">
            <a:extLst xmlns:a="http://schemas.openxmlformats.org/drawingml/2006/main">
              <a:ext uri="{FF2B5EF4-FFF2-40B4-BE49-F238E27FC236}">
                <a16:creationId xmlns:a16="http://schemas.microsoft.com/office/drawing/2014/main" id="{AAC7690E-7D8C-4A28-8633-6B9A2535CB01}"/>
              </a:ext>
            </a:extLst>
          </p:cNvPr>
          <p:cNvSpPr>
            <a:spLocks xmlns:a="http://schemas.openxmlformats.org/drawingml/2006/main" noGrp="1"/>
          </p:cNvSpPr>
          <p:nvPr/>
        </p:nvSpPr>
        <p:spPr>
          <a:xfrm xmlns:a="http://schemas.openxmlformats.org/drawingml/2006/main">
            <a:off x="809625"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xmlns:a="http://schemas.openxmlformats.org/drawingml/2006/main">
              <a:ext uri="{FF2B5EF4-FFF2-40B4-BE49-F238E27FC236}">
                <a16:creationId xmlns:a16="http://schemas.microsoft.com/office/drawing/2014/main" id="{21A42C3C-0484-4B13-A109-CE6AA5B2CCD1}"/>
              </a:ext>
            </a:extLst>
          </p:cNvPr>
          <p:cNvSpPr>
            <a:spLocks xmlns:a="http://schemas.openxmlformats.org/drawingml/2006/main" noGrp="1"/>
          </p:cNvSpPr>
          <p:nvPr/>
        </p:nvSpPr>
        <p:spPr>
          <a:xfrm xmlns:a="http://schemas.openxmlformats.org/drawingml/2006/main">
            <a:off x="809625" y="571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22"/>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xmlns:a="http://schemas.openxmlformats.org/drawingml/2006/main">
              <a:ext uri="{FF2B5EF4-FFF2-40B4-BE49-F238E27FC236}">
                <a16:creationId xmlns:a16="http://schemas.microsoft.com/office/drawing/2014/main" id="{9A0A61E0-69C7-4C1B-BEEB-36750C2911F1}"/>
              </a:ext>
            </a:extLst>
          </p:cNvPr>
          <p:cNvSpPr>
            <a:spLocks xmlns:a="http://schemas.openxmlformats.org/drawingml/2006/main" noGrp="1"/>
          </p:cNvSpPr>
          <p:nvPr/>
        </p:nvSpPr>
        <p:spPr>
          <a:xfrm xmlns:a="http://schemas.openxmlformats.org/drawingml/2006/main">
            <a:off x="6038850" y="5267325"/>
            <a:ext cx="550545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E46760"/>
            </a:solidFill>
            <a:prstDash val="solid"/>
          </a:ln>
        </p:spPr>
      </p:sp>
      <p:sp>
        <p:nvSpPr>
          <p:cNvPr id="31" name="Rectangle 30">
            <a:extLst xmlns:a="http://schemas.openxmlformats.org/drawingml/2006/main">
              <a:ext uri="{FF2B5EF4-FFF2-40B4-BE49-F238E27FC236}">
                <a16:creationId xmlns:a16="http://schemas.microsoft.com/office/drawing/2014/main" id="{DF570796-D204-40AF-B03C-44F0E43523C0}"/>
              </a:ext>
            </a:extLst>
          </p:cNvPr>
          <p:cNvSpPr>
            <a:spLocks xmlns:a="http://schemas.openxmlformats.org/drawingml/2006/main" noGrp="1"/>
          </p:cNvSpPr>
          <p:nvPr/>
        </p:nvSpPr>
        <p:spPr>
          <a:xfrm xmlns:a="http://schemas.openxmlformats.org/drawingml/2006/main">
            <a:off x="6248400" y="5429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46760"/>
                </a:solidFill>
                <a:latin typeface="Arial"/>
                <a:ea typeface="Arial"/>
                <a:cs typeface="Arial"/>
              </a:defRPr>
            </a:defPPr>
            <a:lvl1pPr algn="l">
              <a:buNone/>
              <a:defRPr sz="900" b="1" i="0">
                <a:solidFill>
                  <a:srgbClr val="E46760"/>
                </a:solidFill>
                <a:latin typeface="Arial"/>
                <a:ea typeface="Arial"/>
                <a:cs typeface="Arial"/>
              </a:defRPr>
            </a:lvl1pPr>
            <a:lvl2pPr algn="l">
              <a:buNone/>
              <a:defRPr sz="900" b="1" i="0">
                <a:solidFill>
                  <a:srgbClr val="E46760"/>
                </a:solidFill>
                <a:latin typeface="Arial"/>
                <a:ea typeface="Arial"/>
                <a:cs typeface="Arial"/>
              </a:defRPr>
            </a:lvl2pPr>
            <a:lvl3pPr algn="l">
              <a:buNone/>
              <a:defRPr sz="900" b="1" i="0">
                <a:solidFill>
                  <a:srgbClr val="E46760"/>
                </a:solidFill>
                <a:latin typeface="Arial"/>
                <a:ea typeface="Arial"/>
                <a:cs typeface="Arial"/>
              </a:defRPr>
            </a:lvl3pPr>
            <a:lvl4pPr algn="l">
              <a:buNone/>
              <a:defRPr sz="900" b="1" i="0">
                <a:solidFill>
                  <a:srgbClr val="E46760"/>
                </a:solidFill>
                <a:latin typeface="Arial"/>
                <a:ea typeface="Arial"/>
                <a:cs typeface="Arial"/>
              </a:defRPr>
            </a:lvl4pPr>
            <a:lvl5pPr algn="l">
              <a:buNone/>
              <a:defRPr sz="900" b="1" i="0">
                <a:solidFill>
                  <a:srgbClr val="E46760"/>
                </a:solidFill>
                <a:latin typeface="Arial"/>
                <a:ea typeface="Arial"/>
                <a:cs typeface="Arial"/>
              </a:defRPr>
            </a:lvl5pPr>
            <a:lvl6pPr algn="l">
              <a:buNone/>
              <a:defRPr sz="900" b="1" i="0">
                <a:solidFill>
                  <a:srgbClr val="E46760"/>
                </a:solidFill>
                <a:latin typeface="Arial"/>
                <a:ea typeface="Arial"/>
                <a:cs typeface="Arial"/>
              </a:defRPr>
            </a:lvl6pPr>
            <a:lvl7pPr algn="l">
              <a:buNone/>
              <a:defRPr sz="900" b="1" i="0">
                <a:solidFill>
                  <a:srgbClr val="E46760"/>
                </a:solidFill>
                <a:latin typeface="Arial"/>
                <a:ea typeface="Arial"/>
                <a:cs typeface="Arial"/>
              </a:defRPr>
            </a:lvl7pPr>
            <a:lvl8pPr algn="l">
              <a:buNone/>
              <a:defRPr sz="900" b="1" i="0">
                <a:solidFill>
                  <a:srgbClr val="E46760"/>
                </a:solidFill>
                <a:latin typeface="Arial"/>
                <a:ea typeface="Arial"/>
                <a:cs typeface="Arial"/>
              </a:defRPr>
            </a:lvl8pPr>
            <a:lvl9pPr algn="l">
              <a:buNone/>
              <a:defRPr sz="900" b="1" i="0">
                <a:solidFill>
                  <a:srgbClr val="E46760"/>
                </a:solidFill>
                <a:latin typeface="Arial"/>
                <a:ea typeface="Arial"/>
                <a:cs typeface="Arial"/>
              </a:defRPr>
            </a:lvl9pPr>
          </a:lstStyle>
          <a:p xmlns:a="http://schemas.openxmlformats.org/drawingml/2006/main">
            <a:pPr algn="l">
              <a:buNone/>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xmlns:a="http://schemas.openxmlformats.org/drawingml/2006/main">
              <a:ext uri="{FF2B5EF4-FFF2-40B4-BE49-F238E27FC236}">
                <a16:creationId xmlns:a16="http://schemas.microsoft.com/office/drawing/2014/main" id="{4E658331-DA38-490D-A26D-03EADDECF5F9}"/>
              </a:ext>
            </a:extLst>
          </p:cNvPr>
          <p:cNvSpPr>
            <a:spLocks xmlns:a="http://schemas.openxmlformats.org/drawingml/2006/main" noGrp="1"/>
          </p:cNvSpPr>
          <p:nvPr/>
        </p:nvSpPr>
        <p:spPr>
          <a:xfrm xmlns:a="http://schemas.openxmlformats.org/drawingml/2006/main">
            <a:off x="6248400" y="57150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FF38520-062F-4AD3-B721-A15AD2B15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0557983-C25A-4ECE-B81F-CFE4CBBD5C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5940B35-6120-4F95-AB5B-56FA7B919AA6}"/>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xmlns:a="http://schemas.openxmlformats.org/drawingml/2006/main">
              <a:ext uri="{FF2B5EF4-FFF2-40B4-BE49-F238E27FC236}">
                <a16:creationId xmlns:a16="http://schemas.microsoft.com/office/drawing/2014/main" id="{17393B41-6FDB-4AE3-A009-22E86499F79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xmlns:a="http://schemas.openxmlformats.org/drawingml/2006/main">
              <a:ext uri="{FF2B5EF4-FFF2-40B4-BE49-F238E27FC236}">
                <a16:creationId xmlns:a16="http://schemas.microsoft.com/office/drawing/2014/main" id="{B91B70A4-83BD-4953-9325-A32AD7EB159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xmlns:a="http://schemas.openxmlformats.org/drawingml/2006/main">
              <a:ext uri="{FF2B5EF4-FFF2-40B4-BE49-F238E27FC236}">
                <a16:creationId xmlns:a16="http://schemas.microsoft.com/office/drawing/2014/main" id="{70C50990-DE11-4BDA-B16C-BBBCF88C1D7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Dataset acquisition and evidence tiers</a:t>
            </a:r>
          </a:p>
        </p:txBody>
      </p:sp>
      <p:sp>
        <p:nvSpPr>
          <p:cNvPr id="7" name="Rectangle 6">
            <a:extLst xmlns:a="http://schemas.openxmlformats.org/drawingml/2006/main">
              <a:ext uri="{FF2B5EF4-FFF2-40B4-BE49-F238E27FC236}">
                <a16:creationId xmlns:a16="http://schemas.microsoft.com/office/drawing/2014/main" id="{C11FEC35-21AE-4CA7-A89A-1C02E6E2333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xmlns:a="http://schemas.openxmlformats.org/drawingml/2006/main">
              <a:ext uri="{FF2B5EF4-FFF2-40B4-BE49-F238E27FC236}">
                <a16:creationId xmlns:a16="http://schemas.microsoft.com/office/drawing/2014/main" id="{5C74BBAF-D2A2-4E19-A0A8-7B565B36D8AB}"/>
              </a:ext>
            </a:extLst>
          </p:cNvPr>
          <p:cNvGraphicFramePr/>
          <p:nvPr/>
        </p:nvGraphicFramePr>
        <p:xfrm>
          <a:off xmlns:a="http://schemas.openxmlformats.org/drawingml/2006/main" x="533400" y="1657350"/>
          <a:ext xmlns:a="http://schemas.openxmlformats.org/drawingml/2006/main" cx="11125200" cy="3333750"/>
        </p:xfrm>
        <a:graphic xmlns:a="http://schemas.openxmlformats.org/drawingml/2006/main">
          <a:graphicData uri="http://schemas.openxmlformats.org/drawingml/2006/table">
            <a:tbl>
              <a:tblPr/>
              <a:tblGrid>
                <a:gridCol w="2714625"/>
                <a:gridCol w="1238250"/>
                <a:gridCol w="4000500"/>
                <a:gridCol w="3171825"/>
              </a:tblGrid>
              <a:tr h="476250">
                <a:tc>
                  <a:txBody>
                    <a:bodyPr/>
                    <a:lstStyle/>
                    <a:p>
                      <a:r>
                        <a:rPr sz="1050" b="1">
                          <a:solidFill>
                            <a:srgbClr val="FFFFFF"/>
                          </a:solidFill>
                          <a:latin typeface="Arial"/>
                          <a:ea typeface="Arial"/>
                          <a:cs typeface="Arial"/>
                        </a:rPr>
                        <a:t>Source class</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High-score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Provisional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CATH / PDB natural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DisProt curated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Literature templates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b="1">
                          <a:solidFill>
                            <a:srgbClr val="5A4800"/>
                          </a:solidFill>
                          <a:latin typeface="Arial"/>
                          <a:ea typeface="Arial"/>
                          <a:cs typeface="Arial"/>
                        </a:rPr>
                        <a:t>Composite total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r>
            </a:tbl>
          </a:graphicData>
        </a:graphic>
      </p:graphicFrame>
      <p:sp>
        <p:nvSpPr>
          <p:cNvPr id="9" name="Rectangle 8">
            <a:extLst xmlns:a="http://schemas.openxmlformats.org/drawingml/2006/main">
              <a:ext uri="{FF2B5EF4-FFF2-40B4-BE49-F238E27FC236}">
                <a16:creationId xmlns:a16="http://schemas.microsoft.com/office/drawing/2014/main" id="{AE873616-6041-4020-A9F9-4AFF008B30B3}"/>
              </a:ext>
            </a:extLst>
          </p:cNvPr>
          <p:cNvSpPr>
            <a:spLocks xmlns:a="http://schemas.openxmlformats.org/drawingml/2006/main" noGrp="1"/>
          </p:cNvSpPr>
          <p:nvPr/>
        </p:nvSpPr>
        <p:spPr>
          <a:xfrm xmlns:a="http://schemas.openxmlformats.org/drawingml/2006/main">
            <a:off x="657225" y="5286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xmlns:a="http://schemas.openxmlformats.org/drawingml/2006/main">
              <a:ext uri="{FF2B5EF4-FFF2-40B4-BE49-F238E27FC236}">
                <a16:creationId xmlns:a16="http://schemas.microsoft.com/office/drawing/2014/main" id="{A0562414-282D-4221-B1EC-094D1F0F4E1D}"/>
              </a:ext>
            </a:extLst>
          </p:cNvPr>
          <p:cNvSpPr>
            <a:spLocks xmlns:a="http://schemas.openxmlformats.org/drawingml/2006/main" noGrp="1"/>
          </p:cNvSpPr>
          <p:nvPr/>
        </p:nvSpPr>
        <p:spPr>
          <a:xfrm xmlns:a="http://schemas.openxmlformats.org/drawingml/2006/main">
            <a:off x="657225" y="57435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xmlns:a="http://schemas.openxmlformats.org/drawingml/2006/main">
              <a:ext uri="{FF2B5EF4-FFF2-40B4-BE49-F238E27FC236}">
                <a16:creationId xmlns:a16="http://schemas.microsoft.com/office/drawing/2014/main" id="{FBF7375A-0CC4-41D8-B982-3C4AE262D19A}"/>
              </a:ext>
            </a:extLst>
          </p:cNvPr>
          <p:cNvSpPr>
            <a:spLocks xmlns:a="http://schemas.openxmlformats.org/drawingml/2006/main" noGrp="1"/>
          </p:cNvSpPr>
          <p:nvPr/>
        </p:nvSpPr>
        <p:spPr>
          <a:xfrm xmlns:a="http://schemas.openxmlformats.org/drawingml/2006/main">
            <a:off x="42481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xmlns:a="http://schemas.openxmlformats.org/drawingml/2006/main">
              <a:ext uri="{FF2B5EF4-FFF2-40B4-BE49-F238E27FC236}">
                <a16:creationId xmlns:a16="http://schemas.microsoft.com/office/drawing/2014/main" id="{A627AE3C-8343-47FE-B332-E19B36529434}"/>
              </a:ext>
            </a:extLst>
          </p:cNvPr>
          <p:cNvSpPr>
            <a:spLocks xmlns:a="http://schemas.openxmlformats.org/drawingml/2006/main" noGrp="1"/>
          </p:cNvSpPr>
          <p:nvPr/>
        </p:nvSpPr>
        <p:spPr>
          <a:xfrm xmlns:a="http://schemas.openxmlformats.org/drawingml/2006/main">
            <a:off x="4248150" y="5743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xmlns:a="http://schemas.openxmlformats.org/drawingml/2006/main">
              <a:ext uri="{FF2B5EF4-FFF2-40B4-BE49-F238E27FC236}">
                <a16:creationId xmlns:a16="http://schemas.microsoft.com/office/drawing/2014/main" id="{4C471986-AC26-4FAE-85A0-C738B1E92ED8}"/>
              </a:ext>
            </a:extLst>
          </p:cNvPr>
          <p:cNvSpPr>
            <a:spLocks xmlns:a="http://schemas.openxmlformats.org/drawingml/2006/main" noGrp="1"/>
          </p:cNvSpPr>
          <p:nvPr/>
        </p:nvSpPr>
        <p:spPr>
          <a:xfrm xmlns:a="http://schemas.openxmlformats.org/drawingml/2006/main">
            <a:off x="8048625" y="5324475"/>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5D9E65A4-DCC3-4F32-9DD7-FC03B36216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0F6E-9EE9-43C2-B8CE-58ABE85629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E40683D-F0A5-42FD-81E3-54593472021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xmlns:a="http://schemas.openxmlformats.org/drawingml/2006/main">
              <a:ext uri="{FF2B5EF4-FFF2-40B4-BE49-F238E27FC236}">
                <a16:creationId xmlns:a16="http://schemas.microsoft.com/office/drawing/2014/main" id="{764DBD52-F4E4-44B3-9BE3-3EBADF53E3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xmlns:a="http://schemas.openxmlformats.org/drawingml/2006/main">
              <a:ext uri="{FF2B5EF4-FFF2-40B4-BE49-F238E27FC236}">
                <a16:creationId xmlns:a16="http://schemas.microsoft.com/office/drawing/2014/main" id="{CBEA8CEA-2682-4D33-B488-5B46D3C7D9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xmlns:a="http://schemas.openxmlformats.org/drawingml/2006/main">
              <a:ext uri="{FF2B5EF4-FFF2-40B4-BE49-F238E27FC236}">
                <a16:creationId xmlns:a16="http://schemas.microsoft.com/office/drawing/2014/main" id="{05C3B1C2-1557-464F-B533-C54AC634D1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Independent annotation and adjudication</a:t>
            </a:r>
          </a:p>
        </p:txBody>
      </p:sp>
      <p:sp>
        <p:nvSpPr>
          <p:cNvPr id="7" name="Rectangle 6">
            <a:extLst xmlns:a="http://schemas.openxmlformats.org/drawingml/2006/main">
              <a:ext uri="{FF2B5EF4-FFF2-40B4-BE49-F238E27FC236}">
                <a16:creationId xmlns:a16="http://schemas.microsoft.com/office/drawing/2014/main" id="{AA7E2758-F827-41C6-855B-FB64D825C2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xmlns:a="http://schemas.openxmlformats.org/drawingml/2006/main">
              <a:ext uri="{FF2B5EF4-FFF2-40B4-BE49-F238E27FC236}">
                <a16:creationId xmlns:a16="http://schemas.microsoft.com/office/drawing/2014/main" id="{E10C6E6D-612B-4EF4-BFB0-AB125E3FE82D}"/>
              </a:ext>
            </a:extLst>
          </p:cNvPr>
          <p:cNvSpPr>
            <a:spLocks xmlns:a="http://schemas.openxmlformats.org/drawingml/2006/main" noGrp="1"/>
          </p:cNvSpPr>
          <p:nvPr/>
        </p:nvSpPr>
        <p:spPr>
          <a:xfrm xmlns:a="http://schemas.openxmlformats.org/drawingml/2006/main">
            <a:off x="571500" y="16859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xmlns:a="http://schemas.openxmlformats.org/drawingml/2006/main">
              <a:ext uri="{FF2B5EF4-FFF2-40B4-BE49-F238E27FC236}">
                <a16:creationId xmlns:a16="http://schemas.microsoft.com/office/drawing/2014/main" id="{2E757601-8389-4993-8C86-0DC50AE8A1FF}"/>
              </a:ext>
            </a:extLst>
          </p:cNvPr>
          <p:cNvSpPr>
            <a:spLocks xmlns:a="http://schemas.openxmlformats.org/drawingml/2006/main" noGrp="1"/>
          </p:cNvSpPr>
          <p:nvPr/>
        </p:nvSpPr>
        <p:spPr>
          <a:xfrm xmlns:a="http://schemas.openxmlformats.org/drawingml/2006/main">
            <a:off x="571500" y="21431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xmlns:a="http://schemas.openxmlformats.org/drawingml/2006/main">
              <a:ext uri="{FF2B5EF4-FFF2-40B4-BE49-F238E27FC236}">
                <a16:creationId xmlns:a16="http://schemas.microsoft.com/office/drawing/2014/main" id="{8746777F-327F-40D0-89AC-ABE11B046314}"/>
              </a:ext>
            </a:extLst>
          </p:cNvPr>
          <p:cNvSpPr>
            <a:spLocks xmlns:a="http://schemas.openxmlformats.org/drawingml/2006/main" noGrp="1"/>
          </p:cNvSpPr>
          <p:nvPr/>
        </p:nvSpPr>
        <p:spPr>
          <a:xfrm xmlns:a="http://schemas.openxmlformats.org/drawingml/2006/main">
            <a:off x="2762250" y="16859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xmlns:a="http://schemas.openxmlformats.org/drawingml/2006/main">
              <a:ext uri="{FF2B5EF4-FFF2-40B4-BE49-F238E27FC236}">
                <a16:creationId xmlns:a16="http://schemas.microsoft.com/office/drawing/2014/main" id="{8E6D4CFA-0F3D-4878-85B2-8ABCD715878B}"/>
              </a:ext>
            </a:extLst>
          </p:cNvPr>
          <p:cNvSpPr>
            <a:spLocks xmlns:a="http://schemas.openxmlformats.org/drawingml/2006/main" noGrp="1"/>
          </p:cNvSpPr>
          <p:nvPr/>
        </p:nvSpPr>
        <p:spPr>
          <a:xfrm xmlns:a="http://schemas.openxmlformats.org/drawingml/2006/main">
            <a:off x="2762250" y="214312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xmlns:a="http://schemas.openxmlformats.org/drawingml/2006/main">
              <a:ext uri="{FF2B5EF4-FFF2-40B4-BE49-F238E27FC236}">
                <a16:creationId xmlns:a16="http://schemas.microsoft.com/office/drawing/2014/main" id="{109FF2E0-2642-43BB-A9FB-36A9AE298B83}"/>
              </a:ext>
            </a:extLst>
          </p:cNvPr>
          <p:cNvSpPr>
            <a:spLocks xmlns:a="http://schemas.openxmlformats.org/drawingml/2006/main" noGrp="1"/>
          </p:cNvSpPr>
          <p:nvPr/>
        </p:nvSpPr>
        <p:spPr>
          <a:xfrm xmlns:a="http://schemas.openxmlformats.org/drawingml/2006/main">
            <a:off x="5286375" y="16859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xmlns:a="http://schemas.openxmlformats.org/drawingml/2006/main">
              <a:ext uri="{FF2B5EF4-FFF2-40B4-BE49-F238E27FC236}">
                <a16:creationId xmlns:a16="http://schemas.microsoft.com/office/drawing/2014/main" id="{27264308-A48A-4C78-B9EC-14DEDADC734E}"/>
              </a:ext>
            </a:extLst>
          </p:cNvPr>
          <p:cNvSpPr>
            <a:spLocks xmlns:a="http://schemas.openxmlformats.org/drawingml/2006/main" noGrp="1"/>
          </p:cNvSpPr>
          <p:nvPr/>
        </p:nvSpPr>
        <p:spPr>
          <a:xfrm xmlns:a="http://schemas.openxmlformats.org/drawingml/2006/main">
            <a:off x="5286375" y="214312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xmlns:a="http://schemas.openxmlformats.org/drawingml/2006/main">
              <a:ext uri="{FF2B5EF4-FFF2-40B4-BE49-F238E27FC236}">
                <a16:creationId xmlns:a16="http://schemas.microsoft.com/office/drawing/2014/main" id="{1F61004E-2B8D-4198-9D68-3FB32B8D7C70}"/>
              </a:ext>
            </a:extLst>
          </p:cNvPr>
          <p:cNvSpPr>
            <a:spLocks xmlns:a="http://schemas.openxmlformats.org/drawingml/2006/main" noGrp="1"/>
          </p:cNvSpPr>
          <p:nvPr/>
        </p:nvSpPr>
        <p:spPr>
          <a:xfrm xmlns:a="http://schemas.openxmlformats.org/drawingml/2006/main">
            <a:off x="8334375" y="16859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F1C84B"/>
                </a:solidFill>
                <a:latin typeface="Arial"/>
                <a:ea typeface="Arial"/>
                <a:cs typeface="Arial"/>
              </a:defRPr>
            </a:defPPr>
            <a:lvl1pPr algn="l">
              <a:buNone/>
              <a:defRPr sz="2550" b="1" i="0">
                <a:solidFill>
                  <a:srgbClr val="F1C84B"/>
                </a:solidFill>
                <a:latin typeface="Arial"/>
                <a:ea typeface="Arial"/>
                <a:cs typeface="Arial"/>
              </a:defRPr>
            </a:lvl1pPr>
            <a:lvl2pPr algn="l">
              <a:buNone/>
              <a:defRPr sz="2550" b="1" i="0">
                <a:solidFill>
                  <a:srgbClr val="F1C84B"/>
                </a:solidFill>
                <a:latin typeface="Arial"/>
                <a:ea typeface="Arial"/>
                <a:cs typeface="Arial"/>
              </a:defRPr>
            </a:lvl2pPr>
            <a:lvl3pPr algn="l">
              <a:buNone/>
              <a:defRPr sz="2550" b="1" i="0">
                <a:solidFill>
                  <a:srgbClr val="F1C84B"/>
                </a:solidFill>
                <a:latin typeface="Arial"/>
                <a:ea typeface="Arial"/>
                <a:cs typeface="Arial"/>
              </a:defRPr>
            </a:lvl3pPr>
            <a:lvl4pPr algn="l">
              <a:buNone/>
              <a:defRPr sz="2550" b="1" i="0">
                <a:solidFill>
                  <a:srgbClr val="F1C84B"/>
                </a:solidFill>
                <a:latin typeface="Arial"/>
                <a:ea typeface="Arial"/>
                <a:cs typeface="Arial"/>
              </a:defRPr>
            </a:lvl4pPr>
            <a:lvl5pPr algn="l">
              <a:buNone/>
              <a:defRPr sz="2550" b="1" i="0">
                <a:solidFill>
                  <a:srgbClr val="F1C84B"/>
                </a:solidFill>
                <a:latin typeface="Arial"/>
                <a:ea typeface="Arial"/>
                <a:cs typeface="Arial"/>
              </a:defRPr>
            </a:lvl5pPr>
            <a:lvl6pPr algn="l">
              <a:buNone/>
              <a:defRPr sz="2550" b="1" i="0">
                <a:solidFill>
                  <a:srgbClr val="F1C84B"/>
                </a:solidFill>
                <a:latin typeface="Arial"/>
                <a:ea typeface="Arial"/>
                <a:cs typeface="Arial"/>
              </a:defRPr>
            </a:lvl6pPr>
            <a:lvl7pPr algn="l">
              <a:buNone/>
              <a:defRPr sz="2550" b="1" i="0">
                <a:solidFill>
                  <a:srgbClr val="F1C84B"/>
                </a:solidFill>
                <a:latin typeface="Arial"/>
                <a:ea typeface="Arial"/>
                <a:cs typeface="Arial"/>
              </a:defRPr>
            </a:lvl7pPr>
            <a:lvl8pPr algn="l">
              <a:buNone/>
              <a:defRPr sz="2550" b="1" i="0">
                <a:solidFill>
                  <a:srgbClr val="F1C84B"/>
                </a:solidFill>
                <a:latin typeface="Arial"/>
                <a:ea typeface="Arial"/>
                <a:cs typeface="Arial"/>
              </a:defRPr>
            </a:lvl8pPr>
            <a:lvl9pPr algn="l">
              <a:buNone/>
              <a:defRPr sz="2550" b="1" i="0">
                <a:solidFill>
                  <a:srgbClr val="F1C84B"/>
                </a:solidFill>
                <a:latin typeface="Arial"/>
                <a:ea typeface="Arial"/>
                <a:cs typeface="Arial"/>
              </a:defRPr>
            </a:lvl9pPr>
          </a:lstStyle>
          <a:p xmlns:a="http://schemas.openxmlformats.org/drawingml/2006/main">
            <a:pPr algn="l">
              <a:buNone/>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xmlns:a="http://schemas.openxmlformats.org/drawingml/2006/main">
              <a:ext uri="{FF2B5EF4-FFF2-40B4-BE49-F238E27FC236}">
                <a16:creationId xmlns:a16="http://schemas.microsoft.com/office/drawing/2014/main" id="{123C8129-48BF-4F83-B1C3-B6AB05CFDE79}"/>
              </a:ext>
            </a:extLst>
          </p:cNvPr>
          <p:cNvSpPr>
            <a:spLocks xmlns:a="http://schemas.openxmlformats.org/drawingml/2006/main" noGrp="1"/>
          </p:cNvSpPr>
          <p:nvPr/>
        </p:nvSpPr>
        <p:spPr>
          <a:xfrm xmlns:a="http://schemas.openxmlformats.org/drawingml/2006/main">
            <a:off x="8334375" y="2143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xmlns:a="http://schemas.openxmlformats.org/drawingml/2006/main">
              <a:ext uri="{FF2B5EF4-FFF2-40B4-BE49-F238E27FC236}">
                <a16:creationId xmlns:a16="http://schemas.microsoft.com/office/drawing/2014/main" id="{5B67700D-0BAE-42C0-A285-CAE573A5B8C3}"/>
              </a:ext>
            </a:extLst>
          </p:cNvPr>
          <p:cNvSpPr>
            <a:spLocks xmlns:a="http://schemas.openxmlformats.org/drawingml/2006/main" noGrp="1"/>
          </p:cNvSpPr>
          <p:nvPr/>
        </p:nvSpPr>
        <p:spPr>
          <a:xfrm xmlns:a="http://schemas.openxmlformats.org/drawingml/2006/main">
            <a:off x="5524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17" name="Rectangle 16">
            <a:extLst xmlns:a="http://schemas.openxmlformats.org/drawingml/2006/main">
              <a:ext uri="{FF2B5EF4-FFF2-40B4-BE49-F238E27FC236}">
                <a16:creationId xmlns:a16="http://schemas.microsoft.com/office/drawing/2014/main" id="{BA330997-8CB6-401A-86E1-33AB9E4D4184}"/>
              </a:ext>
            </a:extLst>
          </p:cNvPr>
          <p:cNvSpPr>
            <a:spLocks xmlns:a="http://schemas.openxmlformats.org/drawingml/2006/main" noGrp="1"/>
          </p:cNvSpPr>
          <p:nvPr/>
        </p:nvSpPr>
        <p:spPr>
          <a:xfrm xmlns:a="http://schemas.openxmlformats.org/drawingml/2006/main">
            <a:off x="7429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xmlns:a="http://schemas.openxmlformats.org/drawingml/2006/main">
              <a:ext uri="{FF2B5EF4-FFF2-40B4-BE49-F238E27FC236}">
                <a16:creationId xmlns:a16="http://schemas.microsoft.com/office/drawing/2014/main" id="{50384B2E-09DE-4326-AC9D-82DD04FA2C30}"/>
              </a:ext>
            </a:extLst>
          </p:cNvPr>
          <p:cNvSpPr>
            <a:spLocks xmlns:a="http://schemas.openxmlformats.org/drawingml/2006/main" noGrp="1"/>
          </p:cNvSpPr>
          <p:nvPr/>
        </p:nvSpPr>
        <p:spPr>
          <a:xfrm xmlns:a="http://schemas.openxmlformats.org/drawingml/2006/main">
            <a:off x="24765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xmlns:a="http://schemas.openxmlformats.org/drawingml/2006/main">
              <a:ext uri="{FF2B5EF4-FFF2-40B4-BE49-F238E27FC236}">
                <a16:creationId xmlns:a16="http://schemas.microsoft.com/office/drawing/2014/main" id="{D6F03E28-008A-4DAE-B021-12F68D5C6649}"/>
              </a:ext>
            </a:extLst>
          </p:cNvPr>
          <p:cNvSpPr>
            <a:spLocks xmlns:a="http://schemas.openxmlformats.org/drawingml/2006/main" noGrp="1"/>
          </p:cNvSpPr>
          <p:nvPr/>
        </p:nvSpPr>
        <p:spPr>
          <a:xfrm xmlns:a="http://schemas.openxmlformats.org/drawingml/2006/main">
            <a:off x="61150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20" name="Rectangle 19">
            <a:extLst xmlns:a="http://schemas.openxmlformats.org/drawingml/2006/main">
              <a:ext uri="{FF2B5EF4-FFF2-40B4-BE49-F238E27FC236}">
                <a16:creationId xmlns:a16="http://schemas.microsoft.com/office/drawing/2014/main" id="{966DBFD4-0364-4EE6-B698-391650A2375D}"/>
              </a:ext>
            </a:extLst>
          </p:cNvPr>
          <p:cNvSpPr>
            <a:spLocks xmlns:a="http://schemas.openxmlformats.org/drawingml/2006/main" noGrp="1"/>
          </p:cNvSpPr>
          <p:nvPr/>
        </p:nvSpPr>
        <p:spPr>
          <a:xfrm xmlns:a="http://schemas.openxmlformats.org/drawingml/2006/main">
            <a:off x="63055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xmlns:a="http://schemas.openxmlformats.org/drawingml/2006/main">
              <a:ext uri="{FF2B5EF4-FFF2-40B4-BE49-F238E27FC236}">
                <a16:creationId xmlns:a16="http://schemas.microsoft.com/office/drawing/2014/main" id="{F3EE6B12-F8AE-4813-A6EB-5C5E5A57B5F5}"/>
              </a:ext>
            </a:extLst>
          </p:cNvPr>
          <p:cNvSpPr>
            <a:spLocks xmlns:a="http://schemas.openxmlformats.org/drawingml/2006/main" noGrp="1"/>
          </p:cNvSpPr>
          <p:nvPr/>
        </p:nvSpPr>
        <p:spPr>
          <a:xfrm xmlns:a="http://schemas.openxmlformats.org/drawingml/2006/main">
            <a:off x="80391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xmlns:a="http://schemas.openxmlformats.org/drawingml/2006/main">
              <a:ext uri="{FF2B5EF4-FFF2-40B4-BE49-F238E27FC236}">
                <a16:creationId xmlns:a16="http://schemas.microsoft.com/office/drawing/2014/main" id="{E3E5C1D9-7376-44B3-A1BB-484E9D4C0AD6}"/>
              </a:ext>
            </a:extLst>
          </p:cNvPr>
          <p:cNvSpPr>
            <a:spLocks xmlns:a="http://schemas.openxmlformats.org/drawingml/2006/main" noGrp="1"/>
          </p:cNvSpPr>
          <p:nvPr/>
        </p:nvSpPr>
        <p:spPr>
          <a:xfrm xmlns:a="http://schemas.openxmlformats.org/drawingml/2006/main">
            <a:off x="5524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CE63FA7-C21F-4B31-8028-A0000F604DCD}"/>
              </a:ext>
            </a:extLst>
          </p:cNvPr>
          <p:cNvSpPr>
            <a:spLocks xmlns:a="http://schemas.openxmlformats.org/drawingml/2006/main" noGrp="1"/>
          </p:cNvSpPr>
          <p:nvPr/>
        </p:nvSpPr>
        <p:spPr>
          <a:xfrm xmlns:a="http://schemas.openxmlformats.org/drawingml/2006/main">
            <a:off x="7429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xmlns:a="http://schemas.openxmlformats.org/drawingml/2006/main">
              <a:ext uri="{FF2B5EF4-FFF2-40B4-BE49-F238E27FC236}">
                <a16:creationId xmlns:a16="http://schemas.microsoft.com/office/drawing/2014/main" id="{697FFE96-D852-4BA2-9C4B-A8AFF9694D70}"/>
              </a:ext>
            </a:extLst>
          </p:cNvPr>
          <p:cNvSpPr>
            <a:spLocks xmlns:a="http://schemas.openxmlformats.org/drawingml/2006/main" noGrp="1"/>
          </p:cNvSpPr>
          <p:nvPr/>
        </p:nvSpPr>
        <p:spPr>
          <a:xfrm xmlns:a="http://schemas.openxmlformats.org/drawingml/2006/main">
            <a:off x="24765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xmlns:a="http://schemas.openxmlformats.org/drawingml/2006/main">
              <a:ext uri="{FF2B5EF4-FFF2-40B4-BE49-F238E27FC236}">
                <a16:creationId xmlns:a16="http://schemas.microsoft.com/office/drawing/2014/main" id="{163E993D-4E9C-4FB1-A2FC-4F1911CE4BF2}"/>
              </a:ext>
            </a:extLst>
          </p:cNvPr>
          <p:cNvSpPr>
            <a:spLocks xmlns:a="http://schemas.openxmlformats.org/drawingml/2006/main" noGrp="1"/>
          </p:cNvSpPr>
          <p:nvPr/>
        </p:nvSpPr>
        <p:spPr>
          <a:xfrm xmlns:a="http://schemas.openxmlformats.org/drawingml/2006/main">
            <a:off x="61150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6" name="Rectangle 25">
            <a:extLst xmlns:a="http://schemas.openxmlformats.org/drawingml/2006/main">
              <a:ext uri="{FF2B5EF4-FFF2-40B4-BE49-F238E27FC236}">
                <a16:creationId xmlns:a16="http://schemas.microsoft.com/office/drawing/2014/main" id="{8289B7CA-3424-4430-9D5A-E2FCA7C2CBE7}"/>
              </a:ext>
            </a:extLst>
          </p:cNvPr>
          <p:cNvSpPr>
            <a:spLocks xmlns:a="http://schemas.openxmlformats.org/drawingml/2006/main" noGrp="1"/>
          </p:cNvSpPr>
          <p:nvPr/>
        </p:nvSpPr>
        <p:spPr>
          <a:xfrm xmlns:a="http://schemas.openxmlformats.org/drawingml/2006/main">
            <a:off x="63055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xmlns:a="http://schemas.openxmlformats.org/drawingml/2006/main">
              <a:ext uri="{FF2B5EF4-FFF2-40B4-BE49-F238E27FC236}">
                <a16:creationId xmlns:a16="http://schemas.microsoft.com/office/drawing/2014/main" id="{7C4DC021-3187-4BD3-A2E8-28A8DCC8AB4D}"/>
              </a:ext>
            </a:extLst>
          </p:cNvPr>
          <p:cNvSpPr>
            <a:spLocks xmlns:a="http://schemas.openxmlformats.org/drawingml/2006/main" noGrp="1"/>
          </p:cNvSpPr>
          <p:nvPr/>
        </p:nvSpPr>
        <p:spPr>
          <a:xfrm xmlns:a="http://schemas.openxmlformats.org/drawingml/2006/main">
            <a:off x="80391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xmlns:a="http://schemas.openxmlformats.org/drawingml/2006/main">
              <a:ext uri="{FF2B5EF4-FFF2-40B4-BE49-F238E27FC236}">
                <a16:creationId xmlns:a16="http://schemas.microsoft.com/office/drawing/2014/main" id="{D833232F-4DD9-47D1-8DD3-E4B482373E96}"/>
              </a:ext>
            </a:extLst>
          </p:cNvPr>
          <p:cNvSpPr>
            <a:spLocks xmlns:a="http://schemas.openxmlformats.org/drawingml/2006/main" noGrp="1"/>
          </p:cNvSpPr>
          <p:nvPr/>
        </p:nvSpPr>
        <p:spPr>
          <a:xfrm xmlns:a="http://schemas.openxmlformats.org/drawingml/2006/main">
            <a:off x="552450"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4E9BEC"/>
            </a:solidFill>
            <a:prstDash val="solid"/>
          </a:ln>
        </p:spPr>
      </p:sp>
      <p:sp>
        <p:nvSpPr>
          <p:cNvPr id="29" name="Rectangle 28">
            <a:extLst xmlns:a="http://schemas.openxmlformats.org/drawingml/2006/main">
              <a:ext uri="{FF2B5EF4-FFF2-40B4-BE49-F238E27FC236}">
                <a16:creationId xmlns:a16="http://schemas.microsoft.com/office/drawing/2014/main" id="{6B9F5CD6-4D66-45D2-A05F-FEE0466984A0}"/>
              </a:ext>
            </a:extLst>
          </p:cNvPr>
          <p:cNvSpPr>
            <a:spLocks xmlns:a="http://schemas.openxmlformats.org/drawingml/2006/main" noGrp="1"/>
          </p:cNvSpPr>
          <p:nvPr/>
        </p:nvSpPr>
        <p:spPr>
          <a:xfrm xmlns:a="http://schemas.openxmlformats.org/drawingml/2006/main">
            <a:off x="752475"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4E9BEC"/>
                </a:solidFill>
                <a:latin typeface="Arial"/>
                <a:ea typeface="Arial"/>
                <a:cs typeface="Arial"/>
              </a:defRPr>
            </a:defPPr>
            <a:lvl1pPr algn="l">
              <a:buNone/>
              <a:defRPr sz="900" b="1" i="0">
                <a:solidFill>
                  <a:srgbClr val="4E9BEC"/>
                </a:solidFill>
                <a:latin typeface="Arial"/>
                <a:ea typeface="Arial"/>
                <a:cs typeface="Arial"/>
              </a:defRPr>
            </a:lvl1pPr>
            <a:lvl2pPr algn="l">
              <a:buNone/>
              <a:defRPr sz="900" b="1" i="0">
                <a:solidFill>
                  <a:srgbClr val="4E9BEC"/>
                </a:solidFill>
                <a:latin typeface="Arial"/>
                <a:ea typeface="Arial"/>
                <a:cs typeface="Arial"/>
              </a:defRPr>
            </a:lvl2pPr>
            <a:lvl3pPr algn="l">
              <a:buNone/>
              <a:defRPr sz="900" b="1" i="0">
                <a:solidFill>
                  <a:srgbClr val="4E9BEC"/>
                </a:solidFill>
                <a:latin typeface="Arial"/>
                <a:ea typeface="Arial"/>
                <a:cs typeface="Arial"/>
              </a:defRPr>
            </a:lvl3pPr>
            <a:lvl4pPr algn="l">
              <a:buNone/>
              <a:defRPr sz="900" b="1" i="0">
                <a:solidFill>
                  <a:srgbClr val="4E9BEC"/>
                </a:solidFill>
                <a:latin typeface="Arial"/>
                <a:ea typeface="Arial"/>
                <a:cs typeface="Arial"/>
              </a:defRPr>
            </a:lvl4pPr>
            <a:lvl5pPr algn="l">
              <a:buNone/>
              <a:defRPr sz="900" b="1" i="0">
                <a:solidFill>
                  <a:srgbClr val="4E9BEC"/>
                </a:solidFill>
                <a:latin typeface="Arial"/>
                <a:ea typeface="Arial"/>
                <a:cs typeface="Arial"/>
              </a:defRPr>
            </a:lvl5pPr>
            <a:lvl6pPr algn="l">
              <a:buNone/>
              <a:defRPr sz="900" b="1" i="0">
                <a:solidFill>
                  <a:srgbClr val="4E9BEC"/>
                </a:solidFill>
                <a:latin typeface="Arial"/>
                <a:ea typeface="Arial"/>
                <a:cs typeface="Arial"/>
              </a:defRPr>
            </a:lvl6pPr>
            <a:lvl7pPr algn="l">
              <a:buNone/>
              <a:defRPr sz="900" b="1" i="0">
                <a:solidFill>
                  <a:srgbClr val="4E9BEC"/>
                </a:solidFill>
                <a:latin typeface="Arial"/>
                <a:ea typeface="Arial"/>
                <a:cs typeface="Arial"/>
              </a:defRPr>
            </a:lvl7pPr>
            <a:lvl8pPr algn="l">
              <a:buNone/>
              <a:defRPr sz="900" b="1" i="0">
                <a:solidFill>
                  <a:srgbClr val="4E9BEC"/>
                </a:solidFill>
                <a:latin typeface="Arial"/>
                <a:ea typeface="Arial"/>
                <a:cs typeface="Arial"/>
              </a:defRPr>
            </a:lvl8pPr>
            <a:lvl9pPr algn="l">
              <a:buNone/>
              <a:defRPr sz="900" b="1" i="0">
                <a:solidFill>
                  <a:srgbClr val="4E9BEC"/>
                </a:solidFill>
                <a:latin typeface="Arial"/>
                <a:ea typeface="Arial"/>
                <a:cs typeface="Arial"/>
              </a:defRPr>
            </a:lvl9pPr>
          </a:lstStyle>
          <a:p xmlns:a="http://schemas.openxmlformats.org/drawingml/2006/main">
            <a:pPr algn="l">
              <a:buNone/>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xmlns:a="http://schemas.openxmlformats.org/drawingml/2006/main">
              <a:ext uri="{FF2B5EF4-FFF2-40B4-BE49-F238E27FC236}">
                <a16:creationId xmlns:a16="http://schemas.microsoft.com/office/drawing/2014/main" id="{14F37C12-A697-435F-A4C9-211CE404C0D1}"/>
              </a:ext>
            </a:extLst>
          </p:cNvPr>
          <p:cNvSpPr>
            <a:spLocks xmlns:a="http://schemas.openxmlformats.org/drawingml/2006/main" noGrp="1"/>
          </p:cNvSpPr>
          <p:nvPr/>
        </p:nvSpPr>
        <p:spPr>
          <a:xfrm xmlns:a="http://schemas.openxmlformats.org/drawingml/2006/main">
            <a:off x="75247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xmlns:a="http://schemas.openxmlformats.org/drawingml/2006/main">
              <a:ext uri="{FF2B5EF4-FFF2-40B4-BE49-F238E27FC236}">
                <a16:creationId xmlns:a16="http://schemas.microsoft.com/office/drawing/2014/main" id="{EBAD4B58-BB72-4E3B-8B08-F4BEB0F4EB38}"/>
              </a:ext>
            </a:extLst>
          </p:cNvPr>
          <p:cNvSpPr>
            <a:spLocks xmlns:a="http://schemas.openxmlformats.org/drawingml/2006/main" noGrp="1"/>
          </p:cNvSpPr>
          <p:nvPr/>
        </p:nvSpPr>
        <p:spPr>
          <a:xfrm xmlns:a="http://schemas.openxmlformats.org/drawingml/2006/main">
            <a:off x="4410075"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E84AAB"/>
            </a:solidFill>
            <a:prstDash val="solid"/>
          </a:ln>
        </p:spPr>
      </p:sp>
      <p:sp>
        <p:nvSpPr>
          <p:cNvPr id="32" name="Rectangle 31">
            <a:extLst xmlns:a="http://schemas.openxmlformats.org/drawingml/2006/main">
              <a:ext uri="{FF2B5EF4-FFF2-40B4-BE49-F238E27FC236}">
                <a16:creationId xmlns:a16="http://schemas.microsoft.com/office/drawing/2014/main" id="{8D1FD9DA-63EF-4474-860A-8320CE56A378}"/>
              </a:ext>
            </a:extLst>
          </p:cNvPr>
          <p:cNvSpPr>
            <a:spLocks xmlns:a="http://schemas.openxmlformats.org/drawingml/2006/main" noGrp="1"/>
          </p:cNvSpPr>
          <p:nvPr/>
        </p:nvSpPr>
        <p:spPr>
          <a:xfrm xmlns:a="http://schemas.openxmlformats.org/drawingml/2006/main">
            <a:off x="4610100"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xmlns:a="http://schemas.openxmlformats.org/drawingml/2006/main">
              <a:ext uri="{FF2B5EF4-FFF2-40B4-BE49-F238E27FC236}">
                <a16:creationId xmlns:a16="http://schemas.microsoft.com/office/drawing/2014/main" id="{BF784A0E-FC0A-4613-9A31-6977F6C28B58}"/>
              </a:ext>
            </a:extLst>
          </p:cNvPr>
          <p:cNvSpPr>
            <a:spLocks xmlns:a="http://schemas.openxmlformats.org/drawingml/2006/main" noGrp="1"/>
          </p:cNvSpPr>
          <p:nvPr/>
        </p:nvSpPr>
        <p:spPr>
          <a:xfrm xmlns:a="http://schemas.openxmlformats.org/drawingml/2006/main">
            <a:off x="4610100"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xmlns:a="http://schemas.openxmlformats.org/drawingml/2006/main">
              <a:ext uri="{FF2B5EF4-FFF2-40B4-BE49-F238E27FC236}">
                <a16:creationId xmlns:a16="http://schemas.microsoft.com/office/drawing/2014/main" id="{EFD250C1-E88A-4312-BA10-F9D07AE729F9}"/>
              </a:ext>
            </a:extLst>
          </p:cNvPr>
          <p:cNvSpPr>
            <a:spLocks xmlns:a="http://schemas.openxmlformats.org/drawingml/2006/main" noGrp="1"/>
          </p:cNvSpPr>
          <p:nvPr/>
        </p:nvSpPr>
        <p:spPr>
          <a:xfrm xmlns:a="http://schemas.openxmlformats.org/drawingml/2006/main">
            <a:off x="8267700" y="5153025"/>
            <a:ext cx="3371850"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2DBD73"/>
            </a:solidFill>
            <a:prstDash val="solid"/>
          </a:ln>
        </p:spPr>
      </p:sp>
      <p:sp>
        <p:nvSpPr>
          <p:cNvPr id="35" name="Rectangle 34">
            <a:extLst xmlns:a="http://schemas.openxmlformats.org/drawingml/2006/main">
              <a:ext uri="{FF2B5EF4-FFF2-40B4-BE49-F238E27FC236}">
                <a16:creationId xmlns:a16="http://schemas.microsoft.com/office/drawing/2014/main" id="{D83F6E2A-D656-479B-AC71-B324CA10377A}"/>
              </a:ext>
            </a:extLst>
          </p:cNvPr>
          <p:cNvSpPr>
            <a:spLocks xmlns:a="http://schemas.openxmlformats.org/drawingml/2006/main" noGrp="1"/>
          </p:cNvSpPr>
          <p:nvPr/>
        </p:nvSpPr>
        <p:spPr>
          <a:xfrm xmlns:a="http://schemas.openxmlformats.org/drawingml/2006/main">
            <a:off x="8467725" y="5286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xmlns:a="http://schemas.openxmlformats.org/drawingml/2006/main">
              <a:ext uri="{FF2B5EF4-FFF2-40B4-BE49-F238E27FC236}">
                <a16:creationId xmlns:a16="http://schemas.microsoft.com/office/drawing/2014/main" id="{39119885-E2E5-4A49-8C5D-A1E77AFF7228}"/>
              </a:ext>
            </a:extLst>
          </p:cNvPr>
          <p:cNvSpPr>
            <a:spLocks xmlns:a="http://schemas.openxmlformats.org/drawingml/2006/main" noGrp="1"/>
          </p:cNvSpPr>
          <p:nvPr/>
        </p:nvSpPr>
        <p:spPr>
          <a:xfrm xmlns:a="http://schemas.openxmlformats.org/drawingml/2006/main">
            <a:off x="846772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xmlns:a="http://schemas.openxmlformats.org/drawingml/2006/main">
              <a:ext uri="{FF2B5EF4-FFF2-40B4-BE49-F238E27FC236}">
                <a16:creationId xmlns:a16="http://schemas.microsoft.com/office/drawing/2014/main" id="{785B946A-E51B-473C-95A1-90368CF39981}"/>
              </a:ext>
            </a:extLst>
          </p:cNvPr>
          <p:cNvSpPr>
            <a:spLocks xmlns:a="http://schemas.openxmlformats.org/drawingml/2006/main" noGrp="1"/>
          </p:cNvSpPr>
          <p:nvPr/>
        </p:nvSpPr>
        <p:spPr>
          <a:xfrm xmlns:a="http://schemas.openxmlformats.org/drawingml/2006/main">
            <a:off x="609600" y="60198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91BE20E7-68B8-40A9-B133-152809AC46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F7B140B-0D00-4EFD-9921-1EEBD1A1104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2F90E95-CEDB-4F5A-9C61-DBC42E1CFCA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xmlns:a="http://schemas.openxmlformats.org/drawingml/2006/main">
              <a:ext uri="{FF2B5EF4-FFF2-40B4-BE49-F238E27FC236}">
                <a16:creationId xmlns:a16="http://schemas.microsoft.com/office/drawing/2014/main" id="{BE12B3F8-7B56-4A77-94EA-D3DD60DBED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xmlns:a="http://schemas.openxmlformats.org/drawingml/2006/main">
              <a:ext uri="{FF2B5EF4-FFF2-40B4-BE49-F238E27FC236}">
                <a16:creationId xmlns:a16="http://schemas.microsoft.com/office/drawing/2014/main" id="{F43738A1-ACE5-4D61-861B-E8DBAAF7339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xmlns:a="http://schemas.openxmlformats.org/drawingml/2006/main">
              <a:ext uri="{FF2B5EF4-FFF2-40B4-BE49-F238E27FC236}">
                <a16:creationId xmlns:a16="http://schemas.microsoft.com/office/drawing/2014/main" id="{9A00B9FB-3631-433C-990F-7F4349C3EDD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Validation layers and the claim firewall</a:t>
            </a:r>
          </a:p>
        </p:txBody>
      </p:sp>
      <p:sp>
        <p:nvSpPr>
          <p:cNvPr id="7" name="Rectangle 6">
            <a:extLst xmlns:a="http://schemas.openxmlformats.org/drawingml/2006/main">
              <a:ext uri="{FF2B5EF4-FFF2-40B4-BE49-F238E27FC236}">
                <a16:creationId xmlns:a16="http://schemas.microsoft.com/office/drawing/2014/main" id="{B9BE3FC3-D883-43B3-9917-1BCA7D57808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xmlns:a="http://schemas.openxmlformats.org/drawingml/2006/main">
              <a:ext uri="{FF2B5EF4-FFF2-40B4-BE49-F238E27FC236}">
                <a16:creationId xmlns:a16="http://schemas.microsoft.com/office/drawing/2014/main" id="{7852BBEB-34DE-4387-82C7-6E1390F3D028}"/>
              </a:ext>
            </a:extLst>
          </p:cNvPr>
          <p:cNvSpPr>
            <a:spLocks xmlns:a="http://schemas.openxmlformats.org/drawingml/2006/main" noGrp="1"/>
          </p:cNvSpPr>
          <p:nvPr/>
        </p:nvSpPr>
        <p:spPr>
          <a:xfrm xmlns:a="http://schemas.openxmlformats.org/drawingml/2006/main">
            <a:off x="552450" y="1562100"/>
            <a:ext cx="704850" cy="590550"/>
          </a:xfrm>
          <a:prstGeom xmlns:a="http://schemas.openxmlformats.org/drawingml/2006/main" prst="roundRect">
            <a:avLst>
              <a:gd name="adj" fmla="val 12903"/>
            </a:avLst>
          </a:prstGeom>
          <a:solidFill xmlns:a="http://schemas.openxmlformats.org/drawingml/2006/main">
            <a:srgbClr val="4E9BEC"/>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8370D30-19CE-4175-82A7-B4B2A38A24A2}"/>
              </a:ext>
            </a:extLst>
          </p:cNvPr>
          <p:cNvSpPr>
            <a:spLocks xmlns:a="http://schemas.openxmlformats.org/drawingml/2006/main" noGrp="1"/>
          </p:cNvSpPr>
          <p:nvPr/>
        </p:nvSpPr>
        <p:spPr>
          <a:xfrm xmlns:a="http://schemas.openxmlformats.org/drawingml/2006/main">
            <a:off x="552450" y="16764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62DB676F-24CD-4538-8EFA-178F3681B4AD}"/>
              </a:ext>
            </a:extLst>
          </p:cNvPr>
          <p:cNvSpPr>
            <a:spLocks xmlns:a="http://schemas.openxmlformats.org/drawingml/2006/main" noGrp="1"/>
          </p:cNvSpPr>
          <p:nvPr/>
        </p:nvSpPr>
        <p:spPr>
          <a:xfrm xmlns:a="http://schemas.openxmlformats.org/drawingml/2006/main">
            <a:off x="1514475" y="15906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4E9BEC"/>
                </a:solidFill>
                <a:latin typeface="Arial"/>
                <a:ea typeface="Arial"/>
                <a:cs typeface="Arial"/>
              </a:defRPr>
            </a:defPPr>
            <a:lvl1pPr algn="l">
              <a:buNone/>
              <a:defRPr sz="1425" b="1" i="0">
                <a:solidFill>
                  <a:srgbClr val="4E9BEC"/>
                </a:solidFill>
                <a:latin typeface="Arial"/>
                <a:ea typeface="Arial"/>
                <a:cs typeface="Arial"/>
              </a:defRPr>
            </a:lvl1pPr>
            <a:lvl2pPr algn="l">
              <a:buNone/>
              <a:defRPr sz="1425" b="1" i="0">
                <a:solidFill>
                  <a:srgbClr val="4E9BEC"/>
                </a:solidFill>
                <a:latin typeface="Arial"/>
                <a:ea typeface="Arial"/>
                <a:cs typeface="Arial"/>
              </a:defRPr>
            </a:lvl2pPr>
            <a:lvl3pPr algn="l">
              <a:buNone/>
              <a:defRPr sz="1425" b="1" i="0">
                <a:solidFill>
                  <a:srgbClr val="4E9BEC"/>
                </a:solidFill>
                <a:latin typeface="Arial"/>
                <a:ea typeface="Arial"/>
                <a:cs typeface="Arial"/>
              </a:defRPr>
            </a:lvl3pPr>
            <a:lvl4pPr algn="l">
              <a:buNone/>
              <a:defRPr sz="1425" b="1" i="0">
                <a:solidFill>
                  <a:srgbClr val="4E9BEC"/>
                </a:solidFill>
                <a:latin typeface="Arial"/>
                <a:ea typeface="Arial"/>
                <a:cs typeface="Arial"/>
              </a:defRPr>
            </a:lvl4pPr>
            <a:lvl5pPr algn="l">
              <a:buNone/>
              <a:defRPr sz="1425" b="1" i="0">
                <a:solidFill>
                  <a:srgbClr val="4E9BEC"/>
                </a:solidFill>
                <a:latin typeface="Arial"/>
                <a:ea typeface="Arial"/>
                <a:cs typeface="Arial"/>
              </a:defRPr>
            </a:lvl5pPr>
            <a:lvl6pPr algn="l">
              <a:buNone/>
              <a:defRPr sz="1425" b="1" i="0">
                <a:solidFill>
                  <a:srgbClr val="4E9BEC"/>
                </a:solidFill>
                <a:latin typeface="Arial"/>
                <a:ea typeface="Arial"/>
                <a:cs typeface="Arial"/>
              </a:defRPr>
            </a:lvl6pPr>
            <a:lvl7pPr algn="l">
              <a:buNone/>
              <a:defRPr sz="1425" b="1" i="0">
                <a:solidFill>
                  <a:srgbClr val="4E9BEC"/>
                </a:solidFill>
                <a:latin typeface="Arial"/>
                <a:ea typeface="Arial"/>
                <a:cs typeface="Arial"/>
              </a:defRPr>
            </a:lvl7pPr>
            <a:lvl8pPr algn="l">
              <a:buNone/>
              <a:defRPr sz="1425" b="1" i="0">
                <a:solidFill>
                  <a:srgbClr val="4E9BEC"/>
                </a:solidFill>
                <a:latin typeface="Arial"/>
                <a:ea typeface="Arial"/>
                <a:cs typeface="Arial"/>
              </a:defRPr>
            </a:lvl8pPr>
            <a:lvl9pPr algn="l">
              <a:buNone/>
              <a:defRPr sz="1425" b="1" i="0">
                <a:solidFill>
                  <a:srgbClr val="4E9BEC"/>
                </a:solidFill>
                <a:latin typeface="Arial"/>
                <a:ea typeface="Arial"/>
                <a:cs typeface="Arial"/>
              </a:defRPr>
            </a:lvl9pPr>
          </a:lstStyle>
          <a:p xmlns:a="http://schemas.openxmlformats.org/drawingml/2006/main">
            <a:pPr algn="l">
              <a:buNone/>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xmlns:a="http://schemas.openxmlformats.org/drawingml/2006/main">
              <a:ext uri="{FF2B5EF4-FFF2-40B4-BE49-F238E27FC236}">
                <a16:creationId xmlns:a16="http://schemas.microsoft.com/office/drawing/2014/main" id="{DE43A2C3-7F2B-411C-B237-22E4A8BBAE3A}"/>
              </a:ext>
            </a:extLst>
          </p:cNvPr>
          <p:cNvSpPr>
            <a:spLocks xmlns:a="http://schemas.openxmlformats.org/drawingml/2006/main" noGrp="1"/>
          </p:cNvSpPr>
          <p:nvPr/>
        </p:nvSpPr>
        <p:spPr>
          <a:xfrm xmlns:a="http://schemas.openxmlformats.org/drawingml/2006/main">
            <a:off x="3886200" y="15621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xmlns:a="http://schemas.openxmlformats.org/drawingml/2006/main">
              <a:ext uri="{FF2B5EF4-FFF2-40B4-BE49-F238E27FC236}">
                <a16:creationId xmlns:a16="http://schemas.microsoft.com/office/drawing/2014/main" id="{35C036E1-C8CC-49F0-AFE7-13624B1C1B6A}"/>
              </a:ext>
            </a:extLst>
          </p:cNvPr>
          <p:cNvSpPr>
            <a:spLocks xmlns:a="http://schemas.openxmlformats.org/drawingml/2006/main" noGrp="1"/>
          </p:cNvSpPr>
          <p:nvPr/>
        </p:nvSpPr>
        <p:spPr>
          <a:xfrm xmlns:a="http://schemas.openxmlformats.org/drawingml/2006/main">
            <a:off x="552450" y="2409825"/>
            <a:ext cx="704850" cy="590550"/>
          </a:xfrm>
          <a:prstGeom xmlns:a="http://schemas.openxmlformats.org/drawingml/2006/main" prst="roundRect">
            <a:avLst>
              <a:gd name="adj" fmla="val 12903"/>
            </a:avLst>
          </a:prstGeom>
          <a:solidFill xmlns:a="http://schemas.openxmlformats.org/drawingml/2006/main">
            <a:srgbClr val="3FC6D6"/>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505C8428-1745-475A-8D9C-B93C5E9666BD}"/>
              </a:ext>
            </a:extLst>
          </p:cNvPr>
          <p:cNvSpPr>
            <a:spLocks xmlns:a="http://schemas.openxmlformats.org/drawingml/2006/main" noGrp="1"/>
          </p:cNvSpPr>
          <p:nvPr/>
        </p:nvSpPr>
        <p:spPr>
          <a:xfrm xmlns:a="http://schemas.openxmlformats.org/drawingml/2006/main">
            <a:off x="552450" y="25241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xmlns:a="http://schemas.openxmlformats.org/drawingml/2006/main">
              <a:ext uri="{FF2B5EF4-FFF2-40B4-BE49-F238E27FC236}">
                <a16:creationId xmlns:a16="http://schemas.microsoft.com/office/drawing/2014/main" id="{728C4099-E71D-44BF-8503-898B459B4F06}"/>
              </a:ext>
            </a:extLst>
          </p:cNvPr>
          <p:cNvSpPr>
            <a:spLocks xmlns:a="http://schemas.openxmlformats.org/drawingml/2006/main" noGrp="1"/>
          </p:cNvSpPr>
          <p:nvPr/>
        </p:nvSpPr>
        <p:spPr>
          <a:xfrm xmlns:a="http://schemas.openxmlformats.org/drawingml/2006/main">
            <a:off x="1514475" y="24384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3FC6D6"/>
                </a:solidFill>
                <a:latin typeface="Arial"/>
                <a:ea typeface="Arial"/>
                <a:cs typeface="Arial"/>
              </a:defRPr>
            </a:defPPr>
            <a:lvl1pPr algn="l">
              <a:buNone/>
              <a:defRPr sz="1425" b="1" i="0">
                <a:solidFill>
                  <a:srgbClr val="3FC6D6"/>
                </a:solidFill>
                <a:latin typeface="Arial"/>
                <a:ea typeface="Arial"/>
                <a:cs typeface="Arial"/>
              </a:defRPr>
            </a:lvl1pPr>
            <a:lvl2pPr algn="l">
              <a:buNone/>
              <a:defRPr sz="1425" b="1" i="0">
                <a:solidFill>
                  <a:srgbClr val="3FC6D6"/>
                </a:solidFill>
                <a:latin typeface="Arial"/>
                <a:ea typeface="Arial"/>
                <a:cs typeface="Arial"/>
              </a:defRPr>
            </a:lvl2pPr>
            <a:lvl3pPr algn="l">
              <a:buNone/>
              <a:defRPr sz="1425" b="1" i="0">
                <a:solidFill>
                  <a:srgbClr val="3FC6D6"/>
                </a:solidFill>
                <a:latin typeface="Arial"/>
                <a:ea typeface="Arial"/>
                <a:cs typeface="Arial"/>
              </a:defRPr>
            </a:lvl3pPr>
            <a:lvl4pPr algn="l">
              <a:buNone/>
              <a:defRPr sz="1425" b="1" i="0">
                <a:solidFill>
                  <a:srgbClr val="3FC6D6"/>
                </a:solidFill>
                <a:latin typeface="Arial"/>
                <a:ea typeface="Arial"/>
                <a:cs typeface="Arial"/>
              </a:defRPr>
            </a:lvl4pPr>
            <a:lvl5pPr algn="l">
              <a:buNone/>
              <a:defRPr sz="1425" b="1" i="0">
                <a:solidFill>
                  <a:srgbClr val="3FC6D6"/>
                </a:solidFill>
                <a:latin typeface="Arial"/>
                <a:ea typeface="Arial"/>
                <a:cs typeface="Arial"/>
              </a:defRPr>
            </a:lvl5pPr>
            <a:lvl6pPr algn="l">
              <a:buNone/>
              <a:defRPr sz="1425" b="1" i="0">
                <a:solidFill>
                  <a:srgbClr val="3FC6D6"/>
                </a:solidFill>
                <a:latin typeface="Arial"/>
                <a:ea typeface="Arial"/>
                <a:cs typeface="Arial"/>
              </a:defRPr>
            </a:lvl6pPr>
            <a:lvl7pPr algn="l">
              <a:buNone/>
              <a:defRPr sz="1425" b="1" i="0">
                <a:solidFill>
                  <a:srgbClr val="3FC6D6"/>
                </a:solidFill>
                <a:latin typeface="Arial"/>
                <a:ea typeface="Arial"/>
                <a:cs typeface="Arial"/>
              </a:defRPr>
            </a:lvl7pPr>
            <a:lvl8pPr algn="l">
              <a:buNone/>
              <a:defRPr sz="1425" b="1" i="0">
                <a:solidFill>
                  <a:srgbClr val="3FC6D6"/>
                </a:solidFill>
                <a:latin typeface="Arial"/>
                <a:ea typeface="Arial"/>
                <a:cs typeface="Arial"/>
              </a:defRPr>
            </a:lvl8pPr>
            <a:lvl9pPr algn="l">
              <a:buNone/>
              <a:defRPr sz="1425" b="1" i="0">
                <a:solidFill>
                  <a:srgbClr val="3FC6D6"/>
                </a:solidFill>
                <a:latin typeface="Arial"/>
                <a:ea typeface="Arial"/>
                <a:cs typeface="Arial"/>
              </a:defRPr>
            </a:lvl9pPr>
          </a:lstStyle>
          <a:p xmlns:a="http://schemas.openxmlformats.org/drawingml/2006/main">
            <a:pPr algn="l">
              <a:buNone/>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xmlns:a="http://schemas.openxmlformats.org/drawingml/2006/main">
              <a:ext uri="{FF2B5EF4-FFF2-40B4-BE49-F238E27FC236}">
                <a16:creationId xmlns:a16="http://schemas.microsoft.com/office/drawing/2014/main" id="{238E4731-BA65-4E4D-8293-841DAAE536A9}"/>
              </a:ext>
            </a:extLst>
          </p:cNvPr>
          <p:cNvSpPr>
            <a:spLocks xmlns:a="http://schemas.openxmlformats.org/drawingml/2006/main" noGrp="1"/>
          </p:cNvSpPr>
          <p:nvPr/>
        </p:nvSpPr>
        <p:spPr>
          <a:xfrm xmlns:a="http://schemas.openxmlformats.org/drawingml/2006/main">
            <a:off x="3886200" y="240982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xmlns:a="http://schemas.openxmlformats.org/drawingml/2006/main">
              <a:ext uri="{FF2B5EF4-FFF2-40B4-BE49-F238E27FC236}">
                <a16:creationId xmlns:a16="http://schemas.microsoft.com/office/drawing/2014/main" id="{448544AA-8972-495C-A7E2-6161521A752E}"/>
              </a:ext>
            </a:extLst>
          </p:cNvPr>
          <p:cNvSpPr>
            <a:spLocks xmlns:a="http://schemas.openxmlformats.org/drawingml/2006/main" noGrp="1"/>
          </p:cNvSpPr>
          <p:nvPr/>
        </p:nvSpPr>
        <p:spPr>
          <a:xfrm xmlns:a="http://schemas.openxmlformats.org/drawingml/2006/main">
            <a:off x="552450" y="3257550"/>
            <a:ext cx="704850" cy="590550"/>
          </a:xfrm>
          <a:prstGeom xmlns:a="http://schemas.openxmlformats.org/drawingml/2006/main" prst="roundRect">
            <a:avLst>
              <a:gd name="adj" fmla="val 12903"/>
            </a:avLst>
          </a:prstGeom>
          <a:solidFill xmlns:a="http://schemas.openxmlformats.org/drawingml/2006/main">
            <a:srgbClr val="2DBD73"/>
          </a:solidFill>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EC403DFB-579F-4E6F-A237-3E8B7420B0D9}"/>
              </a:ext>
            </a:extLst>
          </p:cNvPr>
          <p:cNvSpPr>
            <a:spLocks xmlns:a="http://schemas.openxmlformats.org/drawingml/2006/main" noGrp="1"/>
          </p:cNvSpPr>
          <p:nvPr/>
        </p:nvSpPr>
        <p:spPr>
          <a:xfrm xmlns:a="http://schemas.openxmlformats.org/drawingml/2006/main">
            <a:off x="552450" y="337185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xmlns:a="http://schemas.openxmlformats.org/drawingml/2006/main">
              <a:ext uri="{FF2B5EF4-FFF2-40B4-BE49-F238E27FC236}">
                <a16:creationId xmlns:a16="http://schemas.microsoft.com/office/drawing/2014/main" id="{86F6D6F7-4ED7-4205-8DB9-3D6F2A488553}"/>
              </a:ext>
            </a:extLst>
          </p:cNvPr>
          <p:cNvSpPr>
            <a:spLocks xmlns:a="http://schemas.openxmlformats.org/drawingml/2006/main" noGrp="1"/>
          </p:cNvSpPr>
          <p:nvPr/>
        </p:nvSpPr>
        <p:spPr>
          <a:xfrm xmlns:a="http://schemas.openxmlformats.org/drawingml/2006/main">
            <a:off x="1514475" y="3286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2DBD73"/>
                </a:solidFill>
                <a:latin typeface="Arial"/>
                <a:ea typeface="Arial"/>
                <a:cs typeface="Arial"/>
              </a:defRPr>
            </a:defPPr>
            <a:lvl1pPr algn="l">
              <a:buNone/>
              <a:defRPr sz="1425" b="1" i="0">
                <a:solidFill>
                  <a:srgbClr val="2DBD73"/>
                </a:solidFill>
                <a:latin typeface="Arial"/>
                <a:ea typeface="Arial"/>
                <a:cs typeface="Arial"/>
              </a:defRPr>
            </a:lvl1pPr>
            <a:lvl2pPr algn="l">
              <a:buNone/>
              <a:defRPr sz="1425" b="1" i="0">
                <a:solidFill>
                  <a:srgbClr val="2DBD73"/>
                </a:solidFill>
                <a:latin typeface="Arial"/>
                <a:ea typeface="Arial"/>
                <a:cs typeface="Arial"/>
              </a:defRPr>
            </a:lvl2pPr>
            <a:lvl3pPr algn="l">
              <a:buNone/>
              <a:defRPr sz="1425" b="1" i="0">
                <a:solidFill>
                  <a:srgbClr val="2DBD73"/>
                </a:solidFill>
                <a:latin typeface="Arial"/>
                <a:ea typeface="Arial"/>
                <a:cs typeface="Arial"/>
              </a:defRPr>
            </a:lvl3pPr>
            <a:lvl4pPr algn="l">
              <a:buNone/>
              <a:defRPr sz="1425" b="1" i="0">
                <a:solidFill>
                  <a:srgbClr val="2DBD73"/>
                </a:solidFill>
                <a:latin typeface="Arial"/>
                <a:ea typeface="Arial"/>
                <a:cs typeface="Arial"/>
              </a:defRPr>
            </a:lvl4pPr>
            <a:lvl5pPr algn="l">
              <a:buNone/>
              <a:defRPr sz="1425" b="1" i="0">
                <a:solidFill>
                  <a:srgbClr val="2DBD73"/>
                </a:solidFill>
                <a:latin typeface="Arial"/>
                <a:ea typeface="Arial"/>
                <a:cs typeface="Arial"/>
              </a:defRPr>
            </a:lvl5pPr>
            <a:lvl6pPr algn="l">
              <a:buNone/>
              <a:defRPr sz="1425" b="1" i="0">
                <a:solidFill>
                  <a:srgbClr val="2DBD73"/>
                </a:solidFill>
                <a:latin typeface="Arial"/>
                <a:ea typeface="Arial"/>
                <a:cs typeface="Arial"/>
              </a:defRPr>
            </a:lvl6pPr>
            <a:lvl7pPr algn="l">
              <a:buNone/>
              <a:defRPr sz="1425" b="1" i="0">
                <a:solidFill>
                  <a:srgbClr val="2DBD73"/>
                </a:solidFill>
                <a:latin typeface="Arial"/>
                <a:ea typeface="Arial"/>
                <a:cs typeface="Arial"/>
              </a:defRPr>
            </a:lvl7pPr>
            <a:lvl8pPr algn="l">
              <a:buNone/>
              <a:defRPr sz="1425" b="1" i="0">
                <a:solidFill>
                  <a:srgbClr val="2DBD73"/>
                </a:solidFill>
                <a:latin typeface="Arial"/>
                <a:ea typeface="Arial"/>
                <a:cs typeface="Arial"/>
              </a:defRPr>
            </a:lvl8pPr>
            <a:lvl9pPr algn="l">
              <a:buNone/>
              <a:defRPr sz="1425" b="1" i="0">
                <a:solidFill>
                  <a:srgbClr val="2DBD73"/>
                </a:solidFill>
                <a:latin typeface="Arial"/>
                <a:ea typeface="Arial"/>
                <a:cs typeface="Arial"/>
              </a:defRPr>
            </a:lvl9pPr>
          </a:lstStyle>
          <a:p xmlns:a="http://schemas.openxmlformats.org/drawingml/2006/main">
            <a:pPr algn="l">
              <a:buNone/>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xmlns:a="http://schemas.openxmlformats.org/drawingml/2006/main">
              <a:ext uri="{FF2B5EF4-FFF2-40B4-BE49-F238E27FC236}">
                <a16:creationId xmlns:a16="http://schemas.microsoft.com/office/drawing/2014/main" id="{D30DFE16-8A91-46D1-B42B-D279AACE9275}"/>
              </a:ext>
            </a:extLst>
          </p:cNvPr>
          <p:cNvSpPr>
            <a:spLocks xmlns:a="http://schemas.openxmlformats.org/drawingml/2006/main" noGrp="1"/>
          </p:cNvSpPr>
          <p:nvPr/>
        </p:nvSpPr>
        <p:spPr>
          <a:xfrm xmlns:a="http://schemas.openxmlformats.org/drawingml/2006/main">
            <a:off x="3886200" y="325755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xmlns:a="http://schemas.openxmlformats.org/drawingml/2006/main">
              <a:ext uri="{FF2B5EF4-FFF2-40B4-BE49-F238E27FC236}">
                <a16:creationId xmlns:a16="http://schemas.microsoft.com/office/drawing/2014/main" id="{10F069E2-BCB7-4C1E-9D52-71F4BCF85149}"/>
              </a:ext>
            </a:extLst>
          </p:cNvPr>
          <p:cNvSpPr>
            <a:spLocks xmlns:a="http://schemas.openxmlformats.org/drawingml/2006/main" noGrp="1"/>
          </p:cNvSpPr>
          <p:nvPr/>
        </p:nvSpPr>
        <p:spPr>
          <a:xfrm xmlns:a="http://schemas.openxmlformats.org/drawingml/2006/main">
            <a:off x="552450" y="4105275"/>
            <a:ext cx="704850" cy="590550"/>
          </a:xfrm>
          <a:prstGeom xmlns:a="http://schemas.openxmlformats.org/drawingml/2006/main" prst="roundRect">
            <a:avLst>
              <a:gd name="adj" fmla="val 12903"/>
            </a:avLst>
          </a:prstGeom>
          <a:solidFill xmlns:a="http://schemas.openxmlformats.org/drawingml/2006/main">
            <a:srgbClr val="F1C84B"/>
          </a:solidFill>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5223068-C888-4F1C-BD3C-3596DF214781}"/>
              </a:ext>
            </a:extLst>
          </p:cNvPr>
          <p:cNvSpPr>
            <a:spLocks xmlns:a="http://schemas.openxmlformats.org/drawingml/2006/main" noGrp="1"/>
          </p:cNvSpPr>
          <p:nvPr/>
        </p:nvSpPr>
        <p:spPr>
          <a:xfrm xmlns:a="http://schemas.openxmlformats.org/drawingml/2006/main">
            <a:off x="552450" y="421957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9978333A-31D5-44AC-AEB6-44D85D45B7C1}"/>
              </a:ext>
            </a:extLst>
          </p:cNvPr>
          <p:cNvSpPr>
            <a:spLocks xmlns:a="http://schemas.openxmlformats.org/drawingml/2006/main" noGrp="1"/>
          </p:cNvSpPr>
          <p:nvPr/>
        </p:nvSpPr>
        <p:spPr>
          <a:xfrm xmlns:a="http://schemas.openxmlformats.org/drawingml/2006/main">
            <a:off x="1514475" y="41338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F1C84B"/>
                </a:solidFill>
                <a:latin typeface="Arial"/>
                <a:ea typeface="Arial"/>
                <a:cs typeface="Arial"/>
              </a:defRPr>
            </a:defPPr>
            <a:lvl1pPr algn="l">
              <a:buNone/>
              <a:defRPr sz="1425" b="1" i="0">
                <a:solidFill>
                  <a:srgbClr val="F1C84B"/>
                </a:solidFill>
                <a:latin typeface="Arial"/>
                <a:ea typeface="Arial"/>
                <a:cs typeface="Arial"/>
              </a:defRPr>
            </a:lvl1pPr>
            <a:lvl2pPr algn="l">
              <a:buNone/>
              <a:defRPr sz="1425" b="1" i="0">
                <a:solidFill>
                  <a:srgbClr val="F1C84B"/>
                </a:solidFill>
                <a:latin typeface="Arial"/>
                <a:ea typeface="Arial"/>
                <a:cs typeface="Arial"/>
              </a:defRPr>
            </a:lvl2pPr>
            <a:lvl3pPr algn="l">
              <a:buNone/>
              <a:defRPr sz="1425" b="1" i="0">
                <a:solidFill>
                  <a:srgbClr val="F1C84B"/>
                </a:solidFill>
                <a:latin typeface="Arial"/>
                <a:ea typeface="Arial"/>
                <a:cs typeface="Arial"/>
              </a:defRPr>
            </a:lvl3pPr>
            <a:lvl4pPr algn="l">
              <a:buNone/>
              <a:defRPr sz="1425" b="1" i="0">
                <a:solidFill>
                  <a:srgbClr val="F1C84B"/>
                </a:solidFill>
                <a:latin typeface="Arial"/>
                <a:ea typeface="Arial"/>
                <a:cs typeface="Arial"/>
              </a:defRPr>
            </a:lvl4pPr>
            <a:lvl5pPr algn="l">
              <a:buNone/>
              <a:defRPr sz="1425" b="1" i="0">
                <a:solidFill>
                  <a:srgbClr val="F1C84B"/>
                </a:solidFill>
                <a:latin typeface="Arial"/>
                <a:ea typeface="Arial"/>
                <a:cs typeface="Arial"/>
              </a:defRPr>
            </a:lvl5pPr>
            <a:lvl6pPr algn="l">
              <a:buNone/>
              <a:defRPr sz="1425" b="1" i="0">
                <a:solidFill>
                  <a:srgbClr val="F1C84B"/>
                </a:solidFill>
                <a:latin typeface="Arial"/>
                <a:ea typeface="Arial"/>
                <a:cs typeface="Arial"/>
              </a:defRPr>
            </a:lvl6pPr>
            <a:lvl7pPr algn="l">
              <a:buNone/>
              <a:defRPr sz="1425" b="1" i="0">
                <a:solidFill>
                  <a:srgbClr val="F1C84B"/>
                </a:solidFill>
                <a:latin typeface="Arial"/>
                <a:ea typeface="Arial"/>
                <a:cs typeface="Arial"/>
              </a:defRPr>
            </a:lvl7pPr>
            <a:lvl8pPr algn="l">
              <a:buNone/>
              <a:defRPr sz="1425" b="1" i="0">
                <a:solidFill>
                  <a:srgbClr val="F1C84B"/>
                </a:solidFill>
                <a:latin typeface="Arial"/>
                <a:ea typeface="Arial"/>
                <a:cs typeface="Arial"/>
              </a:defRPr>
            </a:lvl8pPr>
            <a:lvl9pPr algn="l">
              <a:buNone/>
              <a:defRPr sz="1425" b="1" i="0">
                <a:solidFill>
                  <a:srgbClr val="F1C84B"/>
                </a:solidFill>
                <a:latin typeface="Arial"/>
                <a:ea typeface="Arial"/>
                <a:cs typeface="Arial"/>
              </a:defRPr>
            </a:lvl9pPr>
          </a:lstStyle>
          <a:p xmlns:a="http://schemas.openxmlformats.org/drawingml/2006/main">
            <a:pPr algn="l">
              <a:buNone/>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xmlns:a="http://schemas.openxmlformats.org/drawingml/2006/main">
              <a:ext uri="{FF2B5EF4-FFF2-40B4-BE49-F238E27FC236}">
                <a16:creationId xmlns:a16="http://schemas.microsoft.com/office/drawing/2014/main" id="{DD2895E6-D023-4B75-9502-0FA42B4B28FF}"/>
              </a:ext>
            </a:extLst>
          </p:cNvPr>
          <p:cNvSpPr>
            <a:spLocks xmlns:a="http://schemas.openxmlformats.org/drawingml/2006/main" noGrp="1"/>
          </p:cNvSpPr>
          <p:nvPr/>
        </p:nvSpPr>
        <p:spPr>
          <a:xfrm xmlns:a="http://schemas.openxmlformats.org/drawingml/2006/main">
            <a:off x="3886200" y="410527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xmlns:a="http://schemas.openxmlformats.org/drawingml/2006/main">
              <a:ext uri="{FF2B5EF4-FFF2-40B4-BE49-F238E27FC236}">
                <a16:creationId xmlns:a16="http://schemas.microsoft.com/office/drawing/2014/main" id="{0CDD1939-4482-4C20-B243-8D08B8213EA9}"/>
              </a:ext>
            </a:extLst>
          </p:cNvPr>
          <p:cNvSpPr>
            <a:spLocks xmlns:a="http://schemas.openxmlformats.org/drawingml/2006/main" noGrp="1"/>
          </p:cNvSpPr>
          <p:nvPr/>
        </p:nvSpPr>
        <p:spPr>
          <a:xfrm xmlns:a="http://schemas.openxmlformats.org/drawingml/2006/main">
            <a:off x="552450" y="4953000"/>
            <a:ext cx="704850" cy="590550"/>
          </a:xfrm>
          <a:prstGeom xmlns:a="http://schemas.openxmlformats.org/drawingml/2006/main" prst="roundRect">
            <a:avLst>
              <a:gd name="adj" fmla="val 12903"/>
            </a:avLst>
          </a:prstGeom>
          <a:solidFill xmlns:a="http://schemas.openxmlformats.org/drawingml/2006/main">
            <a:srgbClr val="E84AAB"/>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61AAE93D-42B3-4A09-AF02-7431B9E3AD4E}"/>
              </a:ext>
            </a:extLst>
          </p:cNvPr>
          <p:cNvSpPr>
            <a:spLocks xmlns:a="http://schemas.openxmlformats.org/drawingml/2006/main" noGrp="1"/>
          </p:cNvSpPr>
          <p:nvPr/>
        </p:nvSpPr>
        <p:spPr>
          <a:xfrm xmlns:a="http://schemas.openxmlformats.org/drawingml/2006/main">
            <a:off x="552450" y="50673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xmlns:a="http://schemas.openxmlformats.org/drawingml/2006/main">
              <a:ext uri="{FF2B5EF4-FFF2-40B4-BE49-F238E27FC236}">
                <a16:creationId xmlns:a16="http://schemas.microsoft.com/office/drawing/2014/main" id="{E2FC1A53-3531-4D23-ABE6-1589D8E7CCD7}"/>
              </a:ext>
            </a:extLst>
          </p:cNvPr>
          <p:cNvSpPr>
            <a:spLocks xmlns:a="http://schemas.openxmlformats.org/drawingml/2006/main" noGrp="1"/>
          </p:cNvSpPr>
          <p:nvPr/>
        </p:nvSpPr>
        <p:spPr>
          <a:xfrm xmlns:a="http://schemas.openxmlformats.org/drawingml/2006/main">
            <a:off x="1514475" y="49815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E84AAB"/>
                </a:solidFill>
                <a:latin typeface="Arial"/>
                <a:ea typeface="Arial"/>
                <a:cs typeface="Arial"/>
              </a:defRPr>
            </a:defPPr>
            <a:lvl1pPr algn="l">
              <a:buNone/>
              <a:defRPr sz="1425" b="1" i="0">
                <a:solidFill>
                  <a:srgbClr val="E84AAB"/>
                </a:solidFill>
                <a:latin typeface="Arial"/>
                <a:ea typeface="Arial"/>
                <a:cs typeface="Arial"/>
              </a:defRPr>
            </a:lvl1pPr>
            <a:lvl2pPr algn="l">
              <a:buNone/>
              <a:defRPr sz="1425" b="1" i="0">
                <a:solidFill>
                  <a:srgbClr val="E84AAB"/>
                </a:solidFill>
                <a:latin typeface="Arial"/>
                <a:ea typeface="Arial"/>
                <a:cs typeface="Arial"/>
              </a:defRPr>
            </a:lvl2pPr>
            <a:lvl3pPr algn="l">
              <a:buNone/>
              <a:defRPr sz="1425" b="1" i="0">
                <a:solidFill>
                  <a:srgbClr val="E84AAB"/>
                </a:solidFill>
                <a:latin typeface="Arial"/>
                <a:ea typeface="Arial"/>
                <a:cs typeface="Arial"/>
              </a:defRPr>
            </a:lvl3pPr>
            <a:lvl4pPr algn="l">
              <a:buNone/>
              <a:defRPr sz="1425" b="1" i="0">
                <a:solidFill>
                  <a:srgbClr val="E84AAB"/>
                </a:solidFill>
                <a:latin typeface="Arial"/>
                <a:ea typeface="Arial"/>
                <a:cs typeface="Arial"/>
              </a:defRPr>
            </a:lvl4pPr>
            <a:lvl5pPr algn="l">
              <a:buNone/>
              <a:defRPr sz="1425" b="1" i="0">
                <a:solidFill>
                  <a:srgbClr val="E84AAB"/>
                </a:solidFill>
                <a:latin typeface="Arial"/>
                <a:ea typeface="Arial"/>
                <a:cs typeface="Arial"/>
              </a:defRPr>
            </a:lvl5pPr>
            <a:lvl6pPr algn="l">
              <a:buNone/>
              <a:defRPr sz="1425" b="1" i="0">
                <a:solidFill>
                  <a:srgbClr val="E84AAB"/>
                </a:solidFill>
                <a:latin typeface="Arial"/>
                <a:ea typeface="Arial"/>
                <a:cs typeface="Arial"/>
              </a:defRPr>
            </a:lvl6pPr>
            <a:lvl7pPr algn="l">
              <a:buNone/>
              <a:defRPr sz="1425" b="1" i="0">
                <a:solidFill>
                  <a:srgbClr val="E84AAB"/>
                </a:solidFill>
                <a:latin typeface="Arial"/>
                <a:ea typeface="Arial"/>
                <a:cs typeface="Arial"/>
              </a:defRPr>
            </a:lvl7pPr>
            <a:lvl8pPr algn="l">
              <a:buNone/>
              <a:defRPr sz="1425" b="1" i="0">
                <a:solidFill>
                  <a:srgbClr val="E84AAB"/>
                </a:solidFill>
                <a:latin typeface="Arial"/>
                <a:ea typeface="Arial"/>
                <a:cs typeface="Arial"/>
              </a:defRPr>
            </a:lvl8pPr>
            <a:lvl9pPr algn="l">
              <a:buNone/>
              <a:defRPr sz="1425" b="1" i="0">
                <a:solidFill>
                  <a:srgbClr val="E84AAB"/>
                </a:solidFill>
                <a:latin typeface="Arial"/>
                <a:ea typeface="Arial"/>
                <a:cs typeface="Arial"/>
              </a:defRPr>
            </a:lvl9pPr>
          </a:lstStyle>
          <a:p xmlns:a="http://schemas.openxmlformats.org/drawingml/2006/main">
            <a:pPr algn="l">
              <a:buNone/>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xmlns:a="http://schemas.openxmlformats.org/drawingml/2006/main">
              <a:ext uri="{FF2B5EF4-FFF2-40B4-BE49-F238E27FC236}">
                <a16:creationId xmlns:a16="http://schemas.microsoft.com/office/drawing/2014/main" id="{ECD7DE0A-9ED3-439D-BAB0-7582D3D8C962}"/>
              </a:ext>
            </a:extLst>
          </p:cNvPr>
          <p:cNvSpPr>
            <a:spLocks xmlns:a="http://schemas.openxmlformats.org/drawingml/2006/main" noGrp="1"/>
          </p:cNvSpPr>
          <p:nvPr/>
        </p:nvSpPr>
        <p:spPr>
          <a:xfrm xmlns:a="http://schemas.openxmlformats.org/drawingml/2006/main">
            <a:off x="3886200" y="49530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xmlns:a="http://schemas.openxmlformats.org/drawingml/2006/main">
              <a:ext uri="{FF2B5EF4-FFF2-40B4-BE49-F238E27FC236}">
                <a16:creationId xmlns:a16="http://schemas.microsoft.com/office/drawing/2014/main" id="{ACA4F684-8B56-466B-8A3A-113E73334605}"/>
              </a:ext>
            </a:extLst>
          </p:cNvPr>
          <p:cNvSpPr>
            <a:spLocks xmlns:a="http://schemas.openxmlformats.org/drawingml/2006/main" noGrp="1"/>
          </p:cNvSpPr>
          <p:nvPr/>
        </p:nvSpPr>
        <p:spPr>
          <a:xfrm xmlns:a="http://schemas.openxmlformats.org/drawingml/2006/main">
            <a:off x="552450" y="5857875"/>
            <a:ext cx="10858500" cy="476250"/>
          </a:xfrm>
          <a:prstGeom xmlns:a="http://schemas.openxmlformats.org/drawingml/2006/main" prst="roundRect">
            <a:avLst>
              <a:gd name="adj" fmla="val 16000"/>
            </a:avLst>
          </a:prstGeom>
          <a:solidFill xmlns:a="http://schemas.openxmlformats.org/drawingml/2006/main">
            <a:srgbClr val="321B25"/>
          </a:solidFill>
          <a:ln xmlns:a="http://schemas.openxmlformats.org/drawingml/2006/main" w="9525">
            <a:solidFill>
              <a:srgbClr val="E46760"/>
            </a:solidFill>
            <a:prstDash val="solid"/>
          </a:ln>
        </p:spPr>
      </p:sp>
      <p:sp>
        <p:nvSpPr>
          <p:cNvPr id="29" name="Rectangle 28">
            <a:extLst xmlns:a="http://schemas.openxmlformats.org/drawingml/2006/main">
              <a:ext uri="{FF2B5EF4-FFF2-40B4-BE49-F238E27FC236}">
                <a16:creationId xmlns:a16="http://schemas.microsoft.com/office/drawing/2014/main" id="{588B4B16-464E-43C3-A89E-85ECD982633C}"/>
              </a:ext>
            </a:extLst>
          </p:cNvPr>
          <p:cNvSpPr>
            <a:spLocks xmlns:a="http://schemas.openxmlformats.org/drawingml/2006/main" noGrp="1"/>
          </p:cNvSpPr>
          <p:nvPr/>
        </p:nvSpPr>
        <p:spPr>
          <a:xfrm xmlns:a="http://schemas.openxmlformats.org/drawingml/2006/main">
            <a:off x="742950" y="59626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663"/>
          </a:bodyPr>
          <a:lstStyle xmlns:a="http://schemas.openxmlformats.org/drawingml/2006/main">
            <a:defPPr algn="ctr">
              <a:defRPr sz="1125" b="1" i="0">
                <a:solidFill>
                  <a:srgbClr val="F6C2D8"/>
                </a:solidFill>
                <a:latin typeface="Arial"/>
                <a:ea typeface="Arial"/>
                <a:cs typeface="Arial"/>
              </a:defRPr>
            </a:defPPr>
            <a:lvl1pPr algn="ctr">
              <a:buNone/>
              <a:defRPr sz="1125" b="1" i="0">
                <a:solidFill>
                  <a:srgbClr val="F6C2D8"/>
                </a:solidFill>
                <a:latin typeface="Arial"/>
                <a:ea typeface="Arial"/>
                <a:cs typeface="Arial"/>
              </a:defRPr>
            </a:lvl1pPr>
            <a:lvl2pPr algn="ctr">
              <a:buNone/>
              <a:defRPr sz="1125" b="1" i="0">
                <a:solidFill>
                  <a:srgbClr val="F6C2D8"/>
                </a:solidFill>
                <a:latin typeface="Arial"/>
                <a:ea typeface="Arial"/>
                <a:cs typeface="Arial"/>
              </a:defRPr>
            </a:lvl2pPr>
            <a:lvl3pPr algn="ctr">
              <a:buNone/>
              <a:defRPr sz="1125" b="1" i="0">
                <a:solidFill>
                  <a:srgbClr val="F6C2D8"/>
                </a:solidFill>
                <a:latin typeface="Arial"/>
                <a:ea typeface="Arial"/>
                <a:cs typeface="Arial"/>
              </a:defRPr>
            </a:lvl3pPr>
            <a:lvl4pPr algn="ctr">
              <a:buNone/>
              <a:defRPr sz="1125" b="1" i="0">
                <a:solidFill>
                  <a:srgbClr val="F6C2D8"/>
                </a:solidFill>
                <a:latin typeface="Arial"/>
                <a:ea typeface="Arial"/>
                <a:cs typeface="Arial"/>
              </a:defRPr>
            </a:lvl4pPr>
            <a:lvl5pPr algn="ctr">
              <a:buNone/>
              <a:defRPr sz="1125" b="1" i="0">
                <a:solidFill>
                  <a:srgbClr val="F6C2D8"/>
                </a:solidFill>
                <a:latin typeface="Arial"/>
                <a:ea typeface="Arial"/>
                <a:cs typeface="Arial"/>
              </a:defRPr>
            </a:lvl5pPr>
            <a:lvl6pPr algn="ctr">
              <a:buNone/>
              <a:defRPr sz="1125" b="1" i="0">
                <a:solidFill>
                  <a:srgbClr val="F6C2D8"/>
                </a:solidFill>
                <a:latin typeface="Arial"/>
                <a:ea typeface="Arial"/>
                <a:cs typeface="Arial"/>
              </a:defRPr>
            </a:lvl6pPr>
            <a:lvl7pPr algn="ctr">
              <a:buNone/>
              <a:defRPr sz="1125" b="1" i="0">
                <a:solidFill>
                  <a:srgbClr val="F6C2D8"/>
                </a:solidFill>
                <a:latin typeface="Arial"/>
                <a:ea typeface="Arial"/>
                <a:cs typeface="Arial"/>
              </a:defRPr>
            </a:lvl7pPr>
            <a:lvl8pPr algn="ctr">
              <a:buNone/>
              <a:defRPr sz="1125" b="1" i="0">
                <a:solidFill>
                  <a:srgbClr val="F6C2D8"/>
                </a:solidFill>
                <a:latin typeface="Arial"/>
                <a:ea typeface="Arial"/>
                <a:cs typeface="Arial"/>
              </a:defRPr>
            </a:lvl8pPr>
            <a:lvl9pPr algn="ctr">
              <a:buNone/>
              <a:defRPr sz="1125" b="1" i="0">
                <a:solidFill>
                  <a:srgbClr val="F6C2D8"/>
                </a:solidFill>
                <a:latin typeface="Arial"/>
                <a:ea typeface="Arial"/>
                <a:cs typeface="Arial"/>
              </a:defRPr>
            </a:lvl9pPr>
          </a:lstStyle>
          <a:p xmlns:a="http://schemas.openxmlformats.org/drawingml/2006/main">
            <a:pPr algn="ctr">
              <a:buNone/>
              <a:defRPr sz="1125" b="1" i="0">
                <a:solidFill>
                  <a:srgbClr val="F6C2D8"/>
                </a:solidFill>
                <a:latin typeface="Arial"/>
                <a:ea typeface="Arial"/>
                <a:cs typeface="Arial"/>
              </a:defRPr>
            </a:pPr>
            <a:r>
              <a:rPr sz="1125" b="1" i="0">
                <a:solidFill>
                  <a:srgbClr val="F6C2D8"/>
                </a:solidFill>
                <a:latin typeface="Arial"/>
                <a:ea typeface="Arial"/>
                <a:cs typeface="Arial"/>
              </a:rPr>
              <a:t>Training is blocked to prevent leakage. The DP94 screen links 88 of 98 proteins to existing data, and CAID3 results have already been viewed. A new sealed, family-independent test set is required.</a:t>
            </a:r>
          </a:p>
        </p:txBody>
      </p:sp>
    </p:spTree>
    <p:extLst>
      <p:ext uri="{BB962C8B-B14F-4D97-AF65-F5344CB8AC3E}">
        <p14:creationId xmlns:p14="http://schemas.microsoft.com/office/powerpoint/2010/main" val="54492796"/>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104E886-0195-44D0-8324-613D6055D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955B3BC-3F6D-4F66-90B4-738AF8A081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4C88D8D-CCD4-4121-BE79-66E303BDA5C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xmlns:a="http://schemas.openxmlformats.org/drawingml/2006/main">
              <a:ext uri="{FF2B5EF4-FFF2-40B4-BE49-F238E27FC236}">
                <a16:creationId xmlns:a16="http://schemas.microsoft.com/office/drawing/2014/main" id="{C5E68225-5734-4542-8D5D-C13356B94C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xmlns:a="http://schemas.openxmlformats.org/drawingml/2006/main">
              <a:ext uri="{FF2B5EF4-FFF2-40B4-BE49-F238E27FC236}">
                <a16:creationId xmlns:a16="http://schemas.microsoft.com/office/drawing/2014/main" id="{52569B20-AFC2-4393-91B7-C19AE0868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xmlns:a="http://schemas.openxmlformats.org/drawingml/2006/main">
              <a:ext uri="{FF2B5EF4-FFF2-40B4-BE49-F238E27FC236}">
                <a16:creationId xmlns:a16="http://schemas.microsoft.com/office/drawing/2014/main" id="{12FFD951-614F-441C-BB2F-7BD63C7DBE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xmlns:a="http://schemas.openxmlformats.org/drawingml/2006/main">
              <a:ext uri="{FF2B5EF4-FFF2-40B4-BE49-F238E27FC236}">
                <a16:creationId xmlns:a16="http://schemas.microsoft.com/office/drawing/2014/main" id="{033D5FF8-7E61-421E-985D-FEA81E92A3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xmlns:a="http://schemas.openxmlformats.org/drawingml/2006/main">
              <a:ext uri="{FF2B5EF4-FFF2-40B4-BE49-F238E27FC236}">
                <a16:creationId xmlns:a16="http://schemas.microsoft.com/office/drawing/2014/main" id="{F33E661B-43BE-45B2-82AE-D106D3815D00}"/>
              </a:ext>
            </a:extLst>
          </p:cNvPr>
          <p:cNvSpPr>
            <a:spLocks xmlns:a="http://schemas.openxmlformats.org/drawingml/2006/main" noGrp="1"/>
          </p:cNvSpPr>
          <p:nvPr/>
        </p:nvSpPr>
        <p:spPr>
          <a:xfrm xmlns:a="http://schemas.openxmlformats.org/drawingml/2006/main">
            <a:off x="4191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9" name="Rectangle 8">
            <a:extLst xmlns:a="http://schemas.openxmlformats.org/drawingml/2006/main">
              <a:ext uri="{FF2B5EF4-FFF2-40B4-BE49-F238E27FC236}">
                <a16:creationId xmlns:a16="http://schemas.microsoft.com/office/drawing/2014/main" id="{5814A18A-9A06-4CB6-9C24-34DD3E4C1C4C}"/>
              </a:ext>
            </a:extLst>
          </p:cNvPr>
          <p:cNvSpPr>
            <a:spLocks xmlns:a="http://schemas.openxmlformats.org/drawingml/2006/main" noGrp="1"/>
          </p:cNvSpPr>
          <p:nvPr/>
        </p:nvSpPr>
        <p:spPr>
          <a:xfrm xmlns:a="http://schemas.openxmlformats.org/drawingml/2006/main">
            <a:off x="5619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xmlns:a="http://schemas.openxmlformats.org/drawingml/2006/main">
              <a:ext uri="{FF2B5EF4-FFF2-40B4-BE49-F238E27FC236}">
                <a16:creationId xmlns:a16="http://schemas.microsoft.com/office/drawing/2014/main" id="{093542AA-2BD4-4291-A045-3287F212B184}"/>
              </a:ext>
            </a:extLst>
          </p:cNvPr>
          <p:cNvSpPr>
            <a:spLocks xmlns:a="http://schemas.openxmlformats.org/drawingml/2006/main" noGrp="1"/>
          </p:cNvSpPr>
          <p:nvPr/>
        </p:nvSpPr>
        <p:spPr>
          <a:xfrm xmlns:a="http://schemas.openxmlformats.org/drawingml/2006/main">
            <a:off x="5905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xmlns:a="http://schemas.openxmlformats.org/drawingml/2006/main">
              <a:ext uri="{FF2B5EF4-FFF2-40B4-BE49-F238E27FC236}">
                <a16:creationId xmlns:a16="http://schemas.microsoft.com/office/drawing/2014/main" id="{C5B6D117-E8E0-4F4D-8D2A-113E7CC36ED3}"/>
              </a:ext>
            </a:extLst>
          </p:cNvPr>
          <p:cNvSpPr>
            <a:spLocks xmlns:a="http://schemas.openxmlformats.org/drawingml/2006/main" noGrp="1"/>
          </p:cNvSpPr>
          <p:nvPr/>
        </p:nvSpPr>
        <p:spPr>
          <a:xfrm xmlns:a="http://schemas.openxmlformats.org/drawingml/2006/main">
            <a:off x="24193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3BBD9752-4D0C-47A6-B7C2-5B977F555E55}"/>
              </a:ext>
            </a:extLst>
          </p:cNvPr>
          <p:cNvSpPr>
            <a:spLocks xmlns:a="http://schemas.openxmlformats.org/drawingml/2006/main" noGrp="1"/>
          </p:cNvSpPr>
          <p:nvPr/>
        </p:nvSpPr>
        <p:spPr>
          <a:xfrm xmlns:a="http://schemas.openxmlformats.org/drawingml/2006/main">
            <a:off x="27622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3" name="Rectangle 12">
            <a:extLst xmlns:a="http://schemas.openxmlformats.org/drawingml/2006/main">
              <a:ext uri="{FF2B5EF4-FFF2-40B4-BE49-F238E27FC236}">
                <a16:creationId xmlns:a16="http://schemas.microsoft.com/office/drawing/2014/main" id="{FF173527-4A1B-470D-8C41-41ACBADED9AC}"/>
              </a:ext>
            </a:extLst>
          </p:cNvPr>
          <p:cNvSpPr>
            <a:spLocks xmlns:a="http://schemas.openxmlformats.org/drawingml/2006/main" noGrp="1"/>
          </p:cNvSpPr>
          <p:nvPr/>
        </p:nvSpPr>
        <p:spPr>
          <a:xfrm xmlns:a="http://schemas.openxmlformats.org/drawingml/2006/main">
            <a:off x="29051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xmlns:a="http://schemas.openxmlformats.org/drawingml/2006/main">
              <a:ext uri="{FF2B5EF4-FFF2-40B4-BE49-F238E27FC236}">
                <a16:creationId xmlns:a16="http://schemas.microsoft.com/office/drawing/2014/main" id="{14C28308-0DCB-4993-82C6-18F4A6D79342}"/>
              </a:ext>
            </a:extLst>
          </p:cNvPr>
          <p:cNvSpPr>
            <a:spLocks xmlns:a="http://schemas.openxmlformats.org/drawingml/2006/main" noGrp="1"/>
          </p:cNvSpPr>
          <p:nvPr/>
        </p:nvSpPr>
        <p:spPr>
          <a:xfrm xmlns:a="http://schemas.openxmlformats.org/drawingml/2006/main">
            <a:off x="29337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xmlns:a="http://schemas.openxmlformats.org/drawingml/2006/main">
              <a:ext uri="{FF2B5EF4-FFF2-40B4-BE49-F238E27FC236}">
                <a16:creationId xmlns:a16="http://schemas.microsoft.com/office/drawing/2014/main" id="{645138FF-B09C-4ED5-990F-6488A911309D}"/>
              </a:ext>
            </a:extLst>
          </p:cNvPr>
          <p:cNvSpPr>
            <a:spLocks xmlns:a="http://schemas.openxmlformats.org/drawingml/2006/main" noGrp="1"/>
          </p:cNvSpPr>
          <p:nvPr/>
        </p:nvSpPr>
        <p:spPr>
          <a:xfrm xmlns:a="http://schemas.openxmlformats.org/drawingml/2006/main">
            <a:off x="47625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6" name="Rectangle: Rounded Corners 15">
            <a:extLst xmlns:a="http://schemas.openxmlformats.org/drawingml/2006/main">
              <a:ext uri="{FF2B5EF4-FFF2-40B4-BE49-F238E27FC236}">
                <a16:creationId xmlns:a16="http://schemas.microsoft.com/office/drawing/2014/main" id="{ECFDA6AF-C286-43EC-9EB9-3A356712BE3B}"/>
              </a:ext>
            </a:extLst>
          </p:cNvPr>
          <p:cNvSpPr>
            <a:spLocks xmlns:a="http://schemas.openxmlformats.org/drawingml/2006/main" noGrp="1"/>
          </p:cNvSpPr>
          <p:nvPr/>
        </p:nvSpPr>
        <p:spPr>
          <a:xfrm xmlns:a="http://schemas.openxmlformats.org/drawingml/2006/main">
            <a:off x="51054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7" name="Rectangle 16">
            <a:extLst xmlns:a="http://schemas.openxmlformats.org/drawingml/2006/main">
              <a:ext uri="{FF2B5EF4-FFF2-40B4-BE49-F238E27FC236}">
                <a16:creationId xmlns:a16="http://schemas.microsoft.com/office/drawing/2014/main" id="{63335EDD-1B09-4F33-8409-AC390A7CA979}"/>
              </a:ext>
            </a:extLst>
          </p:cNvPr>
          <p:cNvSpPr>
            <a:spLocks xmlns:a="http://schemas.openxmlformats.org/drawingml/2006/main" noGrp="1"/>
          </p:cNvSpPr>
          <p:nvPr/>
        </p:nvSpPr>
        <p:spPr>
          <a:xfrm xmlns:a="http://schemas.openxmlformats.org/drawingml/2006/main">
            <a:off x="52482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xmlns:a="http://schemas.openxmlformats.org/drawingml/2006/main">
              <a:ext uri="{FF2B5EF4-FFF2-40B4-BE49-F238E27FC236}">
                <a16:creationId xmlns:a16="http://schemas.microsoft.com/office/drawing/2014/main" id="{547F4662-F93E-4ACB-905F-26BA98F32F16}"/>
              </a:ext>
            </a:extLst>
          </p:cNvPr>
          <p:cNvSpPr>
            <a:spLocks xmlns:a="http://schemas.openxmlformats.org/drawingml/2006/main" noGrp="1"/>
          </p:cNvSpPr>
          <p:nvPr/>
        </p:nvSpPr>
        <p:spPr>
          <a:xfrm xmlns:a="http://schemas.openxmlformats.org/drawingml/2006/main">
            <a:off x="52768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xmlns:a="http://schemas.openxmlformats.org/drawingml/2006/main">
              <a:ext uri="{FF2B5EF4-FFF2-40B4-BE49-F238E27FC236}">
                <a16:creationId xmlns:a16="http://schemas.microsoft.com/office/drawing/2014/main" id="{DEA4986B-4CDE-4D10-88FE-4F388D5F4EA9}"/>
              </a:ext>
            </a:extLst>
          </p:cNvPr>
          <p:cNvSpPr>
            <a:spLocks xmlns:a="http://schemas.openxmlformats.org/drawingml/2006/main" noGrp="1"/>
          </p:cNvSpPr>
          <p:nvPr/>
        </p:nvSpPr>
        <p:spPr>
          <a:xfrm xmlns:a="http://schemas.openxmlformats.org/drawingml/2006/main">
            <a:off x="71056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0" name="Rectangle: Rounded Corners 19">
            <a:extLst xmlns:a="http://schemas.openxmlformats.org/drawingml/2006/main">
              <a:ext uri="{FF2B5EF4-FFF2-40B4-BE49-F238E27FC236}">
                <a16:creationId xmlns:a16="http://schemas.microsoft.com/office/drawing/2014/main" id="{F1357FE9-BE03-47C7-955C-594CD096732B}"/>
              </a:ext>
            </a:extLst>
          </p:cNvPr>
          <p:cNvSpPr>
            <a:spLocks xmlns:a="http://schemas.openxmlformats.org/drawingml/2006/main" noGrp="1"/>
          </p:cNvSpPr>
          <p:nvPr/>
        </p:nvSpPr>
        <p:spPr>
          <a:xfrm xmlns:a="http://schemas.openxmlformats.org/drawingml/2006/main">
            <a:off x="74485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1" name="Rectangle 20">
            <a:extLst xmlns:a="http://schemas.openxmlformats.org/drawingml/2006/main">
              <a:ext uri="{FF2B5EF4-FFF2-40B4-BE49-F238E27FC236}">
                <a16:creationId xmlns:a16="http://schemas.microsoft.com/office/drawing/2014/main" id="{01DEE5F8-E554-4162-BD20-3A1AA788BF1D}"/>
              </a:ext>
            </a:extLst>
          </p:cNvPr>
          <p:cNvSpPr>
            <a:spLocks xmlns:a="http://schemas.openxmlformats.org/drawingml/2006/main" noGrp="1"/>
          </p:cNvSpPr>
          <p:nvPr/>
        </p:nvSpPr>
        <p:spPr>
          <a:xfrm xmlns:a="http://schemas.openxmlformats.org/drawingml/2006/main">
            <a:off x="75914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xmlns:a="http://schemas.openxmlformats.org/drawingml/2006/main">
              <a:ext uri="{FF2B5EF4-FFF2-40B4-BE49-F238E27FC236}">
                <a16:creationId xmlns:a16="http://schemas.microsoft.com/office/drawing/2014/main" id="{2EAB2D39-CA22-4932-B899-B68F84C12BB3}"/>
              </a:ext>
            </a:extLst>
          </p:cNvPr>
          <p:cNvSpPr>
            <a:spLocks xmlns:a="http://schemas.openxmlformats.org/drawingml/2006/main" noGrp="1"/>
          </p:cNvSpPr>
          <p:nvPr/>
        </p:nvSpPr>
        <p:spPr>
          <a:xfrm xmlns:a="http://schemas.openxmlformats.org/drawingml/2006/main">
            <a:off x="76200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xmlns:a="http://schemas.openxmlformats.org/drawingml/2006/main">
              <a:ext uri="{FF2B5EF4-FFF2-40B4-BE49-F238E27FC236}">
                <a16:creationId xmlns:a16="http://schemas.microsoft.com/office/drawing/2014/main" id="{758A7CB6-2DDD-4A38-AF77-F6A52EBA831E}"/>
              </a:ext>
            </a:extLst>
          </p:cNvPr>
          <p:cNvSpPr>
            <a:spLocks xmlns:a="http://schemas.openxmlformats.org/drawingml/2006/main" noGrp="1"/>
          </p:cNvSpPr>
          <p:nvPr/>
        </p:nvSpPr>
        <p:spPr>
          <a:xfrm xmlns:a="http://schemas.openxmlformats.org/drawingml/2006/main">
            <a:off x="94488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4" name="Rectangle: Rounded Corners 23">
            <a:extLst xmlns:a="http://schemas.openxmlformats.org/drawingml/2006/main">
              <a:ext uri="{FF2B5EF4-FFF2-40B4-BE49-F238E27FC236}">
                <a16:creationId xmlns:a16="http://schemas.microsoft.com/office/drawing/2014/main" id="{CCDE4368-0607-41C3-A71D-9226A0959FA8}"/>
              </a:ext>
            </a:extLst>
          </p:cNvPr>
          <p:cNvSpPr>
            <a:spLocks xmlns:a="http://schemas.openxmlformats.org/drawingml/2006/main" noGrp="1"/>
          </p:cNvSpPr>
          <p:nvPr/>
        </p:nvSpPr>
        <p:spPr>
          <a:xfrm xmlns:a="http://schemas.openxmlformats.org/drawingml/2006/main">
            <a:off x="97917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5" name="Rectangle 24">
            <a:extLst xmlns:a="http://schemas.openxmlformats.org/drawingml/2006/main">
              <a:ext uri="{FF2B5EF4-FFF2-40B4-BE49-F238E27FC236}">
                <a16:creationId xmlns:a16="http://schemas.microsoft.com/office/drawing/2014/main" id="{14EB3E07-522A-4903-8214-C1691ACDF714}"/>
              </a:ext>
            </a:extLst>
          </p:cNvPr>
          <p:cNvSpPr>
            <a:spLocks xmlns:a="http://schemas.openxmlformats.org/drawingml/2006/main" noGrp="1"/>
          </p:cNvSpPr>
          <p:nvPr/>
        </p:nvSpPr>
        <p:spPr>
          <a:xfrm xmlns:a="http://schemas.openxmlformats.org/drawingml/2006/main">
            <a:off x="99345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xmlns:a="http://schemas.openxmlformats.org/drawingml/2006/main">
              <a:ext uri="{FF2B5EF4-FFF2-40B4-BE49-F238E27FC236}">
                <a16:creationId xmlns:a16="http://schemas.microsoft.com/office/drawing/2014/main" id="{8C3FAD5A-4794-4802-B2B0-A613EA944347}"/>
              </a:ext>
            </a:extLst>
          </p:cNvPr>
          <p:cNvSpPr>
            <a:spLocks xmlns:a="http://schemas.openxmlformats.org/drawingml/2006/main" noGrp="1"/>
          </p:cNvSpPr>
          <p:nvPr/>
        </p:nvSpPr>
        <p:spPr>
          <a:xfrm xmlns:a="http://schemas.openxmlformats.org/drawingml/2006/main">
            <a:off x="99631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xmlns:a="http://schemas.openxmlformats.org/drawingml/2006/main">
              <a:ext uri="{FF2B5EF4-FFF2-40B4-BE49-F238E27FC236}">
                <a16:creationId xmlns:a16="http://schemas.microsoft.com/office/drawing/2014/main" id="{6C800FD9-FDB7-4748-8ED0-9CAD2E2B2488}"/>
              </a:ext>
            </a:extLst>
          </p:cNvPr>
          <p:cNvSpPr>
            <a:spLocks xmlns:a="http://schemas.openxmlformats.org/drawingml/2006/main" noGrp="1"/>
          </p:cNvSpPr>
          <p:nvPr/>
        </p:nvSpPr>
        <p:spPr>
          <a:xfrm xmlns:a="http://schemas.openxmlformats.org/drawingml/2006/main">
            <a:off x="53340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xmlns:a="http://schemas.openxmlformats.org/drawingml/2006/main">
              <a:ext uri="{FF2B5EF4-FFF2-40B4-BE49-F238E27FC236}">
                <a16:creationId xmlns:a16="http://schemas.microsoft.com/office/drawing/2014/main" id="{4DE28355-35A4-4F70-9EAD-3C64295F627F}"/>
              </a:ext>
            </a:extLst>
          </p:cNvPr>
          <p:cNvSpPr>
            <a:spLocks xmlns:a="http://schemas.openxmlformats.org/drawingml/2006/main" noGrp="1"/>
          </p:cNvSpPr>
          <p:nvPr/>
        </p:nvSpPr>
        <p:spPr>
          <a:xfrm xmlns:a="http://schemas.openxmlformats.org/drawingml/2006/main">
            <a:off x="196215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xmlns:a="http://schemas.openxmlformats.org/drawingml/2006/main">
              <a:ext uri="{FF2B5EF4-FFF2-40B4-BE49-F238E27FC236}">
                <a16:creationId xmlns:a16="http://schemas.microsoft.com/office/drawing/2014/main" id="{BCE5FC37-E38E-4E4D-B53A-ED90BAFE735B}"/>
              </a:ext>
            </a:extLst>
          </p:cNvPr>
          <p:cNvSpPr>
            <a:spLocks xmlns:a="http://schemas.openxmlformats.org/drawingml/2006/main" noGrp="1"/>
          </p:cNvSpPr>
          <p:nvPr/>
        </p:nvSpPr>
        <p:spPr>
          <a:xfrm xmlns:a="http://schemas.openxmlformats.org/drawingml/2006/main">
            <a:off x="615315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xmlns:a="http://schemas.openxmlformats.org/drawingml/2006/main">
              <a:ext uri="{FF2B5EF4-FFF2-40B4-BE49-F238E27FC236}">
                <a16:creationId xmlns:a16="http://schemas.microsoft.com/office/drawing/2014/main" id="{FF5B29B8-E74C-4FDD-99F0-07B19B7A6114}"/>
              </a:ext>
            </a:extLst>
          </p:cNvPr>
          <p:cNvSpPr>
            <a:spLocks xmlns:a="http://schemas.openxmlformats.org/drawingml/2006/main" noGrp="1"/>
          </p:cNvSpPr>
          <p:nvPr/>
        </p:nvSpPr>
        <p:spPr>
          <a:xfrm xmlns:a="http://schemas.openxmlformats.org/drawingml/2006/main">
            <a:off x="758190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xmlns:a="http://schemas.openxmlformats.org/drawingml/2006/main">
              <a:ext uri="{FF2B5EF4-FFF2-40B4-BE49-F238E27FC236}">
                <a16:creationId xmlns:a16="http://schemas.microsoft.com/office/drawing/2014/main" id="{0E3F4E6D-B879-4C7E-BCAC-3415F8738ADD}"/>
              </a:ext>
            </a:extLst>
          </p:cNvPr>
          <p:cNvSpPr>
            <a:spLocks xmlns:a="http://schemas.openxmlformats.org/drawingml/2006/main" noGrp="1"/>
          </p:cNvSpPr>
          <p:nvPr/>
        </p:nvSpPr>
        <p:spPr>
          <a:xfrm xmlns:a="http://schemas.openxmlformats.org/drawingml/2006/main">
            <a:off x="5334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xmlns:a="http://schemas.openxmlformats.org/drawingml/2006/main">
              <a:ext uri="{FF2B5EF4-FFF2-40B4-BE49-F238E27FC236}">
                <a16:creationId xmlns:a16="http://schemas.microsoft.com/office/drawing/2014/main" id="{5393E19D-A6C8-423D-9C69-44B2190B64DD}"/>
              </a:ext>
            </a:extLst>
          </p:cNvPr>
          <p:cNvSpPr>
            <a:spLocks xmlns:a="http://schemas.openxmlformats.org/drawingml/2006/main" noGrp="1"/>
          </p:cNvSpPr>
          <p:nvPr/>
        </p:nvSpPr>
        <p:spPr>
          <a:xfrm xmlns:a="http://schemas.openxmlformats.org/drawingml/2006/main">
            <a:off x="196215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17"/>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xmlns:a="http://schemas.openxmlformats.org/drawingml/2006/main">
              <a:ext uri="{FF2B5EF4-FFF2-40B4-BE49-F238E27FC236}">
                <a16:creationId xmlns:a16="http://schemas.microsoft.com/office/drawing/2014/main" id="{C6220730-8A1F-4ECD-9EFB-1766C58FBE8C}"/>
              </a:ext>
            </a:extLst>
          </p:cNvPr>
          <p:cNvSpPr>
            <a:spLocks xmlns:a="http://schemas.openxmlformats.org/drawingml/2006/main" noGrp="1"/>
          </p:cNvSpPr>
          <p:nvPr/>
        </p:nvSpPr>
        <p:spPr>
          <a:xfrm xmlns:a="http://schemas.openxmlformats.org/drawingml/2006/main">
            <a:off x="615315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xmlns:a="http://schemas.openxmlformats.org/drawingml/2006/main">
              <a:ext uri="{FF2B5EF4-FFF2-40B4-BE49-F238E27FC236}">
                <a16:creationId xmlns:a16="http://schemas.microsoft.com/office/drawing/2014/main" id="{6B285E0E-E212-4C41-B768-121915BC7ED3}"/>
              </a:ext>
            </a:extLst>
          </p:cNvPr>
          <p:cNvSpPr>
            <a:spLocks xmlns:a="http://schemas.openxmlformats.org/drawingml/2006/main" noGrp="1"/>
          </p:cNvSpPr>
          <p:nvPr/>
        </p:nvSpPr>
        <p:spPr>
          <a:xfrm xmlns:a="http://schemas.openxmlformats.org/drawingml/2006/main">
            <a:off x="758190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xmlns:a="http://schemas.openxmlformats.org/drawingml/2006/main">
              <a:ext uri="{FF2B5EF4-FFF2-40B4-BE49-F238E27FC236}">
                <a16:creationId xmlns:a16="http://schemas.microsoft.com/office/drawing/2014/main" id="{1FC5F536-3D70-454C-B061-CD4C3BA06CCC}"/>
              </a:ext>
            </a:extLst>
          </p:cNvPr>
          <p:cNvSpPr>
            <a:spLocks xmlns:a="http://schemas.openxmlformats.org/drawingml/2006/main" noGrp="1"/>
          </p:cNvSpPr>
          <p:nvPr/>
        </p:nvSpPr>
        <p:spPr>
          <a:xfrm xmlns:a="http://schemas.openxmlformats.org/drawingml/2006/main">
            <a:off x="533400" y="5638800"/>
            <a:ext cx="11029950" cy="590550"/>
          </a:xfrm>
          <a:prstGeom xmlns:a="http://schemas.openxmlformats.org/drawingml/2006/main" prst="roundRect">
            <a:avLst>
              <a:gd name="adj" fmla="val 19355"/>
            </a:avLst>
          </a:prstGeom>
          <a:solidFill xmlns:a="http://schemas.openxmlformats.org/drawingml/2006/main">
            <a:srgbClr val="102720"/>
          </a:solidFill>
          <a:ln xmlns:a="http://schemas.openxmlformats.org/drawingml/2006/main" w="9525">
            <a:solidFill>
              <a:srgbClr val="3FC6D6"/>
            </a:solidFill>
            <a:prstDash val="solid"/>
          </a:ln>
        </p:spPr>
      </p:sp>
      <p:sp>
        <p:nvSpPr>
          <p:cNvPr id="36" name="Rectangle 35">
            <a:extLst xmlns:a="http://schemas.openxmlformats.org/drawingml/2006/main">
              <a:ext uri="{FF2B5EF4-FFF2-40B4-BE49-F238E27FC236}">
                <a16:creationId xmlns:a16="http://schemas.microsoft.com/office/drawing/2014/main" id="{E0E538D6-E71B-4E07-9737-DC0277B502DA}"/>
              </a:ext>
            </a:extLst>
          </p:cNvPr>
          <p:cNvSpPr>
            <a:spLocks xmlns:a="http://schemas.openxmlformats.org/drawingml/2006/main" noGrp="1"/>
          </p:cNvSpPr>
          <p:nvPr/>
        </p:nvSpPr>
        <p:spPr>
          <a:xfrm xmlns:a="http://schemas.openxmlformats.org/drawingml/2006/main">
            <a:off x="790575" y="5781675"/>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62"/>
          </a:bodyPr>
          <a:lstStyle xmlns:a="http://schemas.openxmlformats.org/drawingml/2006/main">
            <a:defPPr algn="ctr">
              <a:defRPr sz="1275" b="1" i="0">
                <a:solidFill>
                  <a:srgbClr val="F4F7F5"/>
                </a:solidFill>
                <a:latin typeface="Arial"/>
                <a:ea typeface="Arial"/>
                <a:cs typeface="Arial"/>
              </a:defRPr>
            </a:defPPr>
            <a:lvl1pPr algn="ctr">
              <a:buNone/>
              <a:defRPr sz="1275" b="1" i="0">
                <a:solidFill>
                  <a:srgbClr val="F4F7F5"/>
                </a:solidFill>
                <a:latin typeface="Arial"/>
                <a:ea typeface="Arial"/>
                <a:cs typeface="Arial"/>
              </a:defRPr>
            </a:lvl1pPr>
            <a:lvl2pPr algn="ctr">
              <a:buNone/>
              <a:defRPr sz="1275" b="1" i="0">
                <a:solidFill>
                  <a:srgbClr val="F4F7F5"/>
                </a:solidFill>
                <a:latin typeface="Arial"/>
                <a:ea typeface="Arial"/>
                <a:cs typeface="Arial"/>
              </a:defRPr>
            </a:lvl2pPr>
            <a:lvl3pPr algn="ctr">
              <a:buNone/>
              <a:defRPr sz="1275" b="1" i="0">
                <a:solidFill>
                  <a:srgbClr val="F4F7F5"/>
                </a:solidFill>
                <a:latin typeface="Arial"/>
                <a:ea typeface="Arial"/>
                <a:cs typeface="Arial"/>
              </a:defRPr>
            </a:lvl3pPr>
            <a:lvl4pPr algn="ctr">
              <a:buNone/>
              <a:defRPr sz="1275" b="1" i="0">
                <a:solidFill>
                  <a:srgbClr val="F4F7F5"/>
                </a:solidFill>
                <a:latin typeface="Arial"/>
                <a:ea typeface="Arial"/>
                <a:cs typeface="Arial"/>
              </a:defRPr>
            </a:lvl4pPr>
            <a:lvl5pPr algn="ctr">
              <a:buNone/>
              <a:defRPr sz="1275" b="1" i="0">
                <a:solidFill>
                  <a:srgbClr val="F4F7F5"/>
                </a:solidFill>
                <a:latin typeface="Arial"/>
                <a:ea typeface="Arial"/>
                <a:cs typeface="Arial"/>
              </a:defRPr>
            </a:lvl5pPr>
            <a:lvl6pPr algn="ctr">
              <a:buNone/>
              <a:defRPr sz="1275" b="1" i="0">
                <a:solidFill>
                  <a:srgbClr val="F4F7F5"/>
                </a:solidFill>
                <a:latin typeface="Arial"/>
                <a:ea typeface="Arial"/>
                <a:cs typeface="Arial"/>
              </a:defRPr>
            </a:lvl6pPr>
            <a:lvl7pPr algn="ctr">
              <a:buNone/>
              <a:defRPr sz="1275" b="1" i="0">
                <a:solidFill>
                  <a:srgbClr val="F4F7F5"/>
                </a:solidFill>
                <a:latin typeface="Arial"/>
                <a:ea typeface="Arial"/>
                <a:cs typeface="Arial"/>
              </a:defRPr>
            </a:lvl7pPr>
            <a:lvl8pPr algn="ctr">
              <a:buNone/>
              <a:defRPr sz="1275" b="1" i="0">
                <a:solidFill>
                  <a:srgbClr val="F4F7F5"/>
                </a:solidFill>
                <a:latin typeface="Arial"/>
                <a:ea typeface="Arial"/>
                <a:cs typeface="Arial"/>
              </a:defRPr>
            </a:lvl8pPr>
            <a:lvl9pPr algn="ctr">
              <a:buNone/>
              <a:defRPr sz="1275" b="1" i="0">
                <a:solidFill>
                  <a:srgbClr val="F4F7F5"/>
                </a:solidFill>
                <a:latin typeface="Arial"/>
                <a:ea typeface="Arial"/>
                <a:cs typeface="Arial"/>
              </a:defRPr>
            </a:lvl9pPr>
          </a:lstStyle>
          <a:p xmlns:a="http://schemas.openxmlformats.org/drawingml/2006/main">
            <a:pPr algn="ctr">
              <a:buNone/>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D0D754B0-267E-4CF6-B625-B86834706C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4679709-BED7-4F00-8729-DB15043F836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5CD253-A123-4C52-B72E-5CFB569D4CB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xmlns:a="http://schemas.openxmlformats.org/drawingml/2006/main">
              <a:ext uri="{FF2B5EF4-FFF2-40B4-BE49-F238E27FC236}">
                <a16:creationId xmlns:a16="http://schemas.microsoft.com/office/drawing/2014/main" id="{A7E62A95-E0E2-4C4D-9A2F-C48EE27570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xmlns:a="http://schemas.openxmlformats.org/drawingml/2006/main">
              <a:ext uri="{FF2B5EF4-FFF2-40B4-BE49-F238E27FC236}">
                <a16:creationId xmlns:a16="http://schemas.microsoft.com/office/drawing/2014/main" id="{97C32C68-4ADB-497F-AE0C-EFA113342BE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xmlns:a="http://schemas.openxmlformats.org/drawingml/2006/main">
              <a:ext uri="{FF2B5EF4-FFF2-40B4-BE49-F238E27FC236}">
                <a16:creationId xmlns:a16="http://schemas.microsoft.com/office/drawing/2014/main" id="{A84B1B4A-F14A-4D77-AAE8-CE615494B43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Candidate generation and ranking status</a:t>
            </a:r>
          </a:p>
        </p:txBody>
      </p:sp>
      <p:sp>
        <p:nvSpPr>
          <p:cNvPr id="7" name="Rectangle 6">
            <a:extLst xmlns:a="http://schemas.openxmlformats.org/drawingml/2006/main">
              <a:ext uri="{FF2B5EF4-FFF2-40B4-BE49-F238E27FC236}">
                <a16:creationId xmlns:a16="http://schemas.microsoft.com/office/drawing/2014/main" id="{820C1D14-7CD7-455E-90B1-ACC780AD701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xmlns:a="http://schemas.openxmlformats.org/drawingml/2006/main">
              <a:ext uri="{FF2B5EF4-FFF2-40B4-BE49-F238E27FC236}">
                <a16:creationId xmlns:a16="http://schemas.microsoft.com/office/drawing/2014/main" id="{90D15865-1D8F-4FE2-B367-789B0DFBBAF6}"/>
              </a:ext>
            </a:extLst>
          </p:cNvPr>
          <p:cNvSpPr>
            <a:spLocks xmlns:a="http://schemas.openxmlformats.org/drawingml/2006/main" noGrp="1"/>
          </p:cNvSpPr>
          <p:nvPr/>
        </p:nvSpPr>
        <p:spPr>
          <a:xfrm xmlns:a="http://schemas.openxmlformats.org/drawingml/2006/main">
            <a:off x="590550" y="17240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9" name="Rectangle 8">
            <a:extLst xmlns:a="http://schemas.openxmlformats.org/drawingml/2006/main">
              <a:ext uri="{FF2B5EF4-FFF2-40B4-BE49-F238E27FC236}">
                <a16:creationId xmlns:a16="http://schemas.microsoft.com/office/drawing/2014/main" id="{6EFF0963-1404-4068-858A-C23C696A53DD}"/>
              </a:ext>
            </a:extLst>
          </p:cNvPr>
          <p:cNvSpPr>
            <a:spLocks xmlns:a="http://schemas.openxmlformats.org/drawingml/2006/main" noGrp="1"/>
          </p:cNvSpPr>
          <p:nvPr/>
        </p:nvSpPr>
        <p:spPr>
          <a:xfrm xmlns:a="http://schemas.openxmlformats.org/drawingml/2006/main">
            <a:off x="590550" y="1724025"/>
            <a:ext cx="76200" cy="57150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AAAE754A-8D7F-4E4B-9136-3062BCCA749B}"/>
              </a:ext>
            </a:extLst>
          </p:cNvPr>
          <p:cNvSpPr>
            <a:spLocks xmlns:a="http://schemas.openxmlformats.org/drawingml/2006/main" noGrp="1"/>
          </p:cNvSpPr>
          <p:nvPr/>
        </p:nvSpPr>
        <p:spPr>
          <a:xfrm xmlns:a="http://schemas.openxmlformats.org/drawingml/2006/main">
            <a:off x="838200" y="18192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xmlns:a="http://schemas.openxmlformats.org/drawingml/2006/main">
              <a:ext uri="{FF2B5EF4-FFF2-40B4-BE49-F238E27FC236}">
                <a16:creationId xmlns:a16="http://schemas.microsoft.com/office/drawing/2014/main" id="{DD092E53-B201-4F2D-A8ED-11C8B389D532}"/>
              </a:ext>
            </a:extLst>
          </p:cNvPr>
          <p:cNvSpPr>
            <a:spLocks xmlns:a="http://schemas.openxmlformats.org/drawingml/2006/main" noGrp="1"/>
          </p:cNvSpPr>
          <p:nvPr/>
        </p:nvSpPr>
        <p:spPr>
          <a:xfrm xmlns:a="http://schemas.openxmlformats.org/drawingml/2006/main">
            <a:off x="2133600" y="18192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xmlns:a="http://schemas.openxmlformats.org/drawingml/2006/main">
              <a:ext uri="{FF2B5EF4-FFF2-40B4-BE49-F238E27FC236}">
                <a16:creationId xmlns:a16="http://schemas.microsoft.com/office/drawing/2014/main" id="{69688B02-7828-42A9-AEBB-6B154935A860}"/>
              </a:ext>
            </a:extLst>
          </p:cNvPr>
          <p:cNvSpPr>
            <a:spLocks xmlns:a="http://schemas.openxmlformats.org/drawingml/2006/main" noGrp="1"/>
          </p:cNvSpPr>
          <p:nvPr/>
        </p:nvSpPr>
        <p:spPr>
          <a:xfrm xmlns:a="http://schemas.openxmlformats.org/drawingml/2006/main">
            <a:off x="4133850" y="18383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xmlns:a="http://schemas.openxmlformats.org/drawingml/2006/main">
              <a:ext uri="{FF2B5EF4-FFF2-40B4-BE49-F238E27FC236}">
                <a16:creationId xmlns:a16="http://schemas.microsoft.com/office/drawing/2014/main" id="{BC3A452B-23F8-4E79-9FD2-2B1363A3047F}"/>
              </a:ext>
            </a:extLst>
          </p:cNvPr>
          <p:cNvSpPr>
            <a:spLocks xmlns:a="http://schemas.openxmlformats.org/drawingml/2006/main" noGrp="1"/>
          </p:cNvSpPr>
          <p:nvPr/>
        </p:nvSpPr>
        <p:spPr>
          <a:xfrm xmlns:a="http://schemas.openxmlformats.org/drawingml/2006/main">
            <a:off x="590550" y="24669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4" name="Rectangle 13">
            <a:extLst xmlns:a="http://schemas.openxmlformats.org/drawingml/2006/main">
              <a:ext uri="{FF2B5EF4-FFF2-40B4-BE49-F238E27FC236}">
                <a16:creationId xmlns:a16="http://schemas.microsoft.com/office/drawing/2014/main" id="{C032E2D6-04B0-47C6-81E4-D38144F12C6C}"/>
              </a:ext>
            </a:extLst>
          </p:cNvPr>
          <p:cNvSpPr>
            <a:spLocks xmlns:a="http://schemas.openxmlformats.org/drawingml/2006/main" noGrp="1"/>
          </p:cNvSpPr>
          <p:nvPr/>
        </p:nvSpPr>
        <p:spPr>
          <a:xfrm xmlns:a="http://schemas.openxmlformats.org/drawingml/2006/main">
            <a:off x="590550" y="2466975"/>
            <a:ext cx="76200" cy="57150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86712B8E-EE25-4526-BC75-052FBF9AC82C}"/>
              </a:ext>
            </a:extLst>
          </p:cNvPr>
          <p:cNvSpPr>
            <a:spLocks xmlns:a="http://schemas.openxmlformats.org/drawingml/2006/main" noGrp="1"/>
          </p:cNvSpPr>
          <p:nvPr/>
        </p:nvSpPr>
        <p:spPr>
          <a:xfrm xmlns:a="http://schemas.openxmlformats.org/drawingml/2006/main">
            <a:off x="838200" y="25622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xmlns:a="http://schemas.openxmlformats.org/drawingml/2006/main">
              <a:ext uri="{FF2B5EF4-FFF2-40B4-BE49-F238E27FC236}">
                <a16:creationId xmlns:a16="http://schemas.microsoft.com/office/drawing/2014/main" id="{9D93F625-0626-4B00-8516-5E4353A496EF}"/>
              </a:ext>
            </a:extLst>
          </p:cNvPr>
          <p:cNvSpPr>
            <a:spLocks xmlns:a="http://schemas.openxmlformats.org/drawingml/2006/main" noGrp="1"/>
          </p:cNvSpPr>
          <p:nvPr/>
        </p:nvSpPr>
        <p:spPr>
          <a:xfrm xmlns:a="http://schemas.openxmlformats.org/drawingml/2006/main">
            <a:off x="2133600" y="25622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xmlns:a="http://schemas.openxmlformats.org/drawingml/2006/main">
              <a:ext uri="{FF2B5EF4-FFF2-40B4-BE49-F238E27FC236}">
                <a16:creationId xmlns:a16="http://schemas.microsoft.com/office/drawing/2014/main" id="{2CD0393A-A47A-43AE-9D22-3656714A278B}"/>
              </a:ext>
            </a:extLst>
          </p:cNvPr>
          <p:cNvSpPr>
            <a:spLocks xmlns:a="http://schemas.openxmlformats.org/drawingml/2006/main" noGrp="1"/>
          </p:cNvSpPr>
          <p:nvPr/>
        </p:nvSpPr>
        <p:spPr>
          <a:xfrm xmlns:a="http://schemas.openxmlformats.org/drawingml/2006/main">
            <a:off x="4133850" y="25812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xmlns:a="http://schemas.openxmlformats.org/drawingml/2006/main">
              <a:ext uri="{FF2B5EF4-FFF2-40B4-BE49-F238E27FC236}">
                <a16:creationId xmlns:a16="http://schemas.microsoft.com/office/drawing/2014/main" id="{59E1CF21-3A0F-4E98-BD00-99E904EBBD5F}"/>
              </a:ext>
            </a:extLst>
          </p:cNvPr>
          <p:cNvSpPr>
            <a:spLocks xmlns:a="http://schemas.openxmlformats.org/drawingml/2006/main" noGrp="1"/>
          </p:cNvSpPr>
          <p:nvPr/>
        </p:nvSpPr>
        <p:spPr>
          <a:xfrm xmlns:a="http://schemas.openxmlformats.org/drawingml/2006/main">
            <a:off x="590550" y="32099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9" name="Rectangle 18">
            <a:extLst xmlns:a="http://schemas.openxmlformats.org/drawingml/2006/main">
              <a:ext uri="{FF2B5EF4-FFF2-40B4-BE49-F238E27FC236}">
                <a16:creationId xmlns:a16="http://schemas.microsoft.com/office/drawing/2014/main" id="{180849BA-46E0-4301-B660-4C8CB384D4C3}"/>
              </a:ext>
            </a:extLst>
          </p:cNvPr>
          <p:cNvSpPr>
            <a:spLocks xmlns:a="http://schemas.openxmlformats.org/drawingml/2006/main" noGrp="1"/>
          </p:cNvSpPr>
          <p:nvPr/>
        </p:nvSpPr>
        <p:spPr>
          <a:xfrm xmlns:a="http://schemas.openxmlformats.org/drawingml/2006/main">
            <a:off x="590550" y="3209925"/>
            <a:ext cx="76200" cy="57150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5AAAA5C7-1083-46EF-88E8-FAC7E8B0DF53}"/>
              </a:ext>
            </a:extLst>
          </p:cNvPr>
          <p:cNvSpPr>
            <a:spLocks xmlns:a="http://schemas.openxmlformats.org/drawingml/2006/main" noGrp="1"/>
          </p:cNvSpPr>
          <p:nvPr/>
        </p:nvSpPr>
        <p:spPr>
          <a:xfrm xmlns:a="http://schemas.openxmlformats.org/drawingml/2006/main">
            <a:off x="838200" y="33051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xmlns:a="http://schemas.openxmlformats.org/drawingml/2006/main">
              <a:ext uri="{FF2B5EF4-FFF2-40B4-BE49-F238E27FC236}">
                <a16:creationId xmlns:a16="http://schemas.microsoft.com/office/drawing/2014/main" id="{D5AF86B6-0779-4E06-A6DD-2025CC54B5C9}"/>
              </a:ext>
            </a:extLst>
          </p:cNvPr>
          <p:cNvSpPr>
            <a:spLocks xmlns:a="http://schemas.openxmlformats.org/drawingml/2006/main" noGrp="1"/>
          </p:cNvSpPr>
          <p:nvPr/>
        </p:nvSpPr>
        <p:spPr>
          <a:xfrm xmlns:a="http://schemas.openxmlformats.org/drawingml/2006/main">
            <a:off x="2133600" y="33051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xmlns:a="http://schemas.openxmlformats.org/drawingml/2006/main">
              <a:ext uri="{FF2B5EF4-FFF2-40B4-BE49-F238E27FC236}">
                <a16:creationId xmlns:a16="http://schemas.microsoft.com/office/drawing/2014/main" id="{BA08A048-98E4-42D7-94A2-1EEBBC1078F6}"/>
              </a:ext>
            </a:extLst>
          </p:cNvPr>
          <p:cNvSpPr>
            <a:spLocks xmlns:a="http://schemas.openxmlformats.org/drawingml/2006/main" noGrp="1"/>
          </p:cNvSpPr>
          <p:nvPr/>
        </p:nvSpPr>
        <p:spPr>
          <a:xfrm xmlns:a="http://schemas.openxmlformats.org/drawingml/2006/main">
            <a:off x="4133850" y="3324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xmlns:a="http://schemas.openxmlformats.org/drawingml/2006/main">
              <a:ext uri="{FF2B5EF4-FFF2-40B4-BE49-F238E27FC236}">
                <a16:creationId xmlns:a16="http://schemas.microsoft.com/office/drawing/2014/main" id="{EAB6AE8F-73A0-4056-869B-7BC7E08F12B9}"/>
              </a:ext>
            </a:extLst>
          </p:cNvPr>
          <p:cNvSpPr>
            <a:spLocks xmlns:a="http://schemas.openxmlformats.org/drawingml/2006/main" noGrp="1"/>
          </p:cNvSpPr>
          <p:nvPr/>
        </p:nvSpPr>
        <p:spPr>
          <a:xfrm xmlns:a="http://schemas.openxmlformats.org/drawingml/2006/main">
            <a:off x="590550" y="39528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4" name="Rectangle 23">
            <a:extLst xmlns:a="http://schemas.openxmlformats.org/drawingml/2006/main">
              <a:ext uri="{FF2B5EF4-FFF2-40B4-BE49-F238E27FC236}">
                <a16:creationId xmlns:a16="http://schemas.microsoft.com/office/drawing/2014/main" id="{07024640-B7B0-4B80-9382-27DEF22BE3A7}"/>
              </a:ext>
            </a:extLst>
          </p:cNvPr>
          <p:cNvSpPr>
            <a:spLocks xmlns:a="http://schemas.openxmlformats.org/drawingml/2006/main" noGrp="1"/>
          </p:cNvSpPr>
          <p:nvPr/>
        </p:nvSpPr>
        <p:spPr>
          <a:xfrm xmlns:a="http://schemas.openxmlformats.org/drawingml/2006/main">
            <a:off x="590550" y="3952875"/>
            <a:ext cx="76200" cy="571500"/>
          </a:xfrm>
          <a:prstGeom xmlns:a="http://schemas.openxmlformats.org/drawingml/2006/main" prst="rect">
            <a:avLst/>
          </a:prstGeom>
          <a:solidFill xmlns:a="http://schemas.openxmlformats.org/drawingml/2006/main">
            <a:srgbClr val="E46760"/>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14A1BD3E-8833-443C-8E5E-D281F0B2EAF1}"/>
              </a:ext>
            </a:extLst>
          </p:cNvPr>
          <p:cNvSpPr>
            <a:spLocks xmlns:a="http://schemas.openxmlformats.org/drawingml/2006/main" noGrp="1"/>
          </p:cNvSpPr>
          <p:nvPr/>
        </p:nvSpPr>
        <p:spPr>
          <a:xfrm xmlns:a="http://schemas.openxmlformats.org/drawingml/2006/main">
            <a:off x="838200" y="40481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Short GS</a:t>
            </a:r>
          </a:p>
        </p:txBody>
      </p:sp>
      <p:sp>
        <p:nvSpPr>
          <p:cNvPr id="26" name="Rectangle 25">
            <a:extLst xmlns:a="http://schemas.openxmlformats.org/drawingml/2006/main">
              <a:ext uri="{FF2B5EF4-FFF2-40B4-BE49-F238E27FC236}">
                <a16:creationId xmlns:a16="http://schemas.microsoft.com/office/drawing/2014/main" id="{44329239-2114-4185-9EDE-685199537F51}"/>
              </a:ext>
            </a:extLst>
          </p:cNvPr>
          <p:cNvSpPr>
            <a:spLocks xmlns:a="http://schemas.openxmlformats.org/drawingml/2006/main" noGrp="1"/>
          </p:cNvSpPr>
          <p:nvPr/>
        </p:nvSpPr>
        <p:spPr>
          <a:xfrm xmlns:a="http://schemas.openxmlformats.org/drawingml/2006/main">
            <a:off x="2133600" y="40481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a:t>
            </a:r>
          </a:p>
        </p:txBody>
      </p:sp>
      <p:sp>
        <p:nvSpPr>
          <p:cNvPr id="27" name="Rectangle 26">
            <a:extLst xmlns:a="http://schemas.openxmlformats.org/drawingml/2006/main">
              <a:ext uri="{FF2B5EF4-FFF2-40B4-BE49-F238E27FC236}">
                <a16:creationId xmlns:a16="http://schemas.microsoft.com/office/drawing/2014/main" id="{47AAC072-E863-4405-9B22-ADFDE9D67A9A}"/>
              </a:ext>
            </a:extLst>
          </p:cNvPr>
          <p:cNvSpPr>
            <a:spLocks xmlns:a="http://schemas.openxmlformats.org/drawingml/2006/main" noGrp="1"/>
          </p:cNvSpPr>
          <p:nvPr/>
        </p:nvSpPr>
        <p:spPr>
          <a:xfrm xmlns:a="http://schemas.openxmlformats.org/drawingml/2006/main">
            <a:off x="4133850" y="40671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 aa sensitivity</a:t>
            </a:r>
          </a:p>
        </p:txBody>
      </p:sp>
      <p:sp>
        <p:nvSpPr>
          <p:cNvPr id="28" name="Rectangle: Rounded Corners 27">
            <a:extLst xmlns:a="http://schemas.openxmlformats.org/drawingml/2006/main">
              <a:ext uri="{FF2B5EF4-FFF2-40B4-BE49-F238E27FC236}">
                <a16:creationId xmlns:a16="http://schemas.microsoft.com/office/drawing/2014/main" id="{6CA079EF-B9AC-4C25-B2B8-C0F3257DD246}"/>
              </a:ext>
            </a:extLst>
          </p:cNvPr>
          <p:cNvSpPr>
            <a:spLocks xmlns:a="http://schemas.openxmlformats.org/drawingml/2006/main" noGrp="1"/>
          </p:cNvSpPr>
          <p:nvPr/>
        </p:nvSpPr>
        <p:spPr>
          <a:xfrm xmlns:a="http://schemas.openxmlformats.org/drawingml/2006/main">
            <a:off x="590550" y="46958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184F36C6-ED84-4766-8F7D-30845DBC5530}"/>
              </a:ext>
            </a:extLst>
          </p:cNvPr>
          <p:cNvSpPr>
            <a:spLocks xmlns:a="http://schemas.openxmlformats.org/drawingml/2006/main" noGrp="1"/>
          </p:cNvSpPr>
          <p:nvPr/>
        </p:nvSpPr>
        <p:spPr>
          <a:xfrm xmlns:a="http://schemas.openxmlformats.org/drawingml/2006/main">
            <a:off x="590550" y="4695825"/>
            <a:ext cx="76200" cy="57150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4845CE9-CEE2-458C-A9C6-DF394DE2AD46}"/>
              </a:ext>
            </a:extLst>
          </p:cNvPr>
          <p:cNvSpPr>
            <a:spLocks xmlns:a="http://schemas.openxmlformats.org/drawingml/2006/main" noGrp="1"/>
          </p:cNvSpPr>
          <p:nvPr/>
        </p:nvSpPr>
        <p:spPr>
          <a:xfrm xmlns:a="http://schemas.openxmlformats.org/drawingml/2006/main">
            <a:off x="838200" y="47910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xmlns:a="http://schemas.openxmlformats.org/drawingml/2006/main">
              <a:ext uri="{FF2B5EF4-FFF2-40B4-BE49-F238E27FC236}">
                <a16:creationId xmlns:a16="http://schemas.microsoft.com/office/drawing/2014/main" id="{1C31CA26-36CA-4D1B-8789-8C24C76E2346}"/>
              </a:ext>
            </a:extLst>
          </p:cNvPr>
          <p:cNvSpPr>
            <a:spLocks xmlns:a="http://schemas.openxmlformats.org/drawingml/2006/main" noGrp="1"/>
          </p:cNvSpPr>
          <p:nvPr/>
        </p:nvSpPr>
        <p:spPr>
          <a:xfrm xmlns:a="http://schemas.openxmlformats.org/drawingml/2006/main">
            <a:off x="2133600" y="47910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xmlns:a="http://schemas.openxmlformats.org/drawingml/2006/main">
              <a:ext uri="{FF2B5EF4-FFF2-40B4-BE49-F238E27FC236}">
                <a16:creationId xmlns:a16="http://schemas.microsoft.com/office/drawing/2014/main" id="{BBA0D208-EFDA-4B51-85CA-CFDB40B547BF}"/>
              </a:ext>
            </a:extLst>
          </p:cNvPr>
          <p:cNvSpPr>
            <a:spLocks xmlns:a="http://schemas.openxmlformats.org/drawingml/2006/main" noGrp="1"/>
          </p:cNvSpPr>
          <p:nvPr/>
        </p:nvSpPr>
        <p:spPr>
          <a:xfrm xmlns:a="http://schemas.openxmlformats.org/drawingml/2006/main">
            <a:off x="4133850" y="48101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xmlns:a="http://schemas.openxmlformats.org/drawingml/2006/main">
              <a:ext uri="{FF2B5EF4-FFF2-40B4-BE49-F238E27FC236}">
                <a16:creationId xmlns:a16="http://schemas.microsoft.com/office/drawing/2014/main" id="{BCDA670D-F933-4BE3-9741-1117FA8E2882}"/>
              </a:ext>
            </a:extLst>
          </p:cNvPr>
          <p:cNvSpPr>
            <a:spLocks xmlns:a="http://schemas.openxmlformats.org/drawingml/2006/main" noGrp="1"/>
          </p:cNvSpPr>
          <p:nvPr/>
        </p:nvSpPr>
        <p:spPr>
          <a:xfrm xmlns:a="http://schemas.openxmlformats.org/drawingml/2006/main">
            <a:off x="6172200" y="1724025"/>
            <a:ext cx="5191125" cy="1885950"/>
          </a:xfrm>
          <a:prstGeom xmlns:a="http://schemas.openxmlformats.org/drawingml/2006/main" prst="roundRect">
            <a:avLst>
              <a:gd name="adj" fmla="val 6061"/>
            </a:avLst>
          </a:prstGeom>
          <a:solidFill xmlns:a="http://schemas.openxmlformats.org/drawingml/2006/main">
            <a:srgbClr val="102720"/>
          </a:solidFill>
          <a:ln xmlns:a="http://schemas.openxmlformats.org/drawingml/2006/main" w="0">
            <a:solidFill>
              <a:srgbClr val="102720"/>
            </a:solidFill>
            <a:prstDash val="solid"/>
          </a:ln>
        </p:spPr>
      </p:sp>
      <p:sp>
        <p:nvSpPr>
          <p:cNvPr id="34" name="Rectangle 33">
            <a:extLst xmlns:a="http://schemas.openxmlformats.org/drawingml/2006/main">
              <a:ext uri="{FF2B5EF4-FFF2-40B4-BE49-F238E27FC236}">
                <a16:creationId xmlns:a16="http://schemas.microsoft.com/office/drawing/2014/main" id="{986842FD-5401-4467-92A0-B46575D63232}"/>
              </a:ext>
            </a:extLst>
          </p:cNvPr>
          <p:cNvSpPr>
            <a:spLocks xmlns:a="http://schemas.openxmlformats.org/drawingml/2006/main" noGrp="1"/>
          </p:cNvSpPr>
          <p:nvPr/>
        </p:nvSpPr>
        <p:spPr>
          <a:xfrm xmlns:a="http://schemas.openxmlformats.org/drawingml/2006/main">
            <a:off x="6505575" y="1981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xmlns:a="http://schemas.openxmlformats.org/drawingml/2006/main">
              <a:ext uri="{FF2B5EF4-FFF2-40B4-BE49-F238E27FC236}">
                <a16:creationId xmlns:a16="http://schemas.microsoft.com/office/drawing/2014/main" id="{FBE35B06-052B-45FC-9BFA-3ABE6B534DF3}"/>
              </a:ext>
            </a:extLst>
          </p:cNvPr>
          <p:cNvSpPr>
            <a:spLocks xmlns:a="http://schemas.openxmlformats.org/drawingml/2006/main" noGrp="1"/>
          </p:cNvSpPr>
          <p:nvPr/>
        </p:nvSpPr>
        <p:spPr>
          <a:xfrm xmlns:a="http://schemas.openxmlformats.org/drawingml/2006/main">
            <a:off x="6505575" y="2362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xmlns:a="http://schemas.openxmlformats.org/drawingml/2006/main">
              <a:ext uri="{FF2B5EF4-FFF2-40B4-BE49-F238E27FC236}">
                <a16:creationId xmlns:a16="http://schemas.microsoft.com/office/drawing/2014/main" id="{395AB0E0-54A1-4CC4-AEB7-EEA67B98F7AB}"/>
              </a:ext>
            </a:extLst>
          </p:cNvPr>
          <p:cNvSpPr>
            <a:spLocks xmlns:a="http://schemas.openxmlformats.org/drawingml/2006/main" noGrp="1"/>
          </p:cNvSpPr>
          <p:nvPr/>
        </p:nvSpPr>
        <p:spPr>
          <a:xfrm xmlns:a="http://schemas.openxmlformats.org/drawingml/2006/main">
            <a:off x="6181725" y="3914775"/>
            <a:ext cx="5172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xmlns:a="http://schemas.openxmlformats.org/drawingml/2006/main">
              <a:ext uri="{FF2B5EF4-FFF2-40B4-BE49-F238E27FC236}">
                <a16:creationId xmlns:a16="http://schemas.microsoft.com/office/drawing/2014/main" id="{FD405A74-8802-4CF7-91D8-4DD07C6AFFDC}"/>
              </a:ext>
            </a:extLst>
          </p:cNvPr>
          <p:cNvSpPr>
            <a:spLocks xmlns:a="http://schemas.openxmlformats.org/drawingml/2006/main" noGrp="1"/>
          </p:cNvSpPr>
          <p:nvPr/>
        </p:nvSpPr>
        <p:spPr>
          <a:xfrm xmlns:a="http://schemas.openxmlformats.org/drawingml/2006/main">
            <a:off x="6181725" y="4629150"/>
            <a:ext cx="51720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75">
                <a:solidFill>
                  <a:srgbClr val="F4F7F5"/>
                </a:solidFill>
                <a:latin typeface="Arial"/>
                <a:ea typeface="Arial"/>
                <a:cs typeface="Arial"/>
              </a:defRPr>
            </a:defPPr>
            <a:lvl1pPr>
              <a:buNone/>
              <a:defRPr sz="1275">
                <a:solidFill>
                  <a:srgbClr val="F4F7F5"/>
                </a:solidFill>
                <a:latin typeface="Arial"/>
                <a:ea typeface="Arial"/>
                <a:cs typeface="Arial"/>
              </a:defRPr>
            </a:lvl1pPr>
            <a:lvl2pPr>
              <a:buNone/>
              <a:defRPr sz="1275">
                <a:solidFill>
                  <a:srgbClr val="F4F7F5"/>
                </a:solidFill>
                <a:latin typeface="Arial"/>
                <a:ea typeface="Arial"/>
                <a:cs typeface="Arial"/>
              </a:defRPr>
            </a:lvl2pPr>
            <a:lvl3pPr>
              <a:buNone/>
              <a:defRPr sz="1275">
                <a:solidFill>
                  <a:srgbClr val="F4F7F5"/>
                </a:solidFill>
                <a:latin typeface="Arial"/>
                <a:ea typeface="Arial"/>
                <a:cs typeface="Arial"/>
              </a:defRPr>
            </a:lvl3pPr>
            <a:lvl4pPr>
              <a:buNone/>
              <a:defRPr sz="1275">
                <a:solidFill>
                  <a:srgbClr val="F4F7F5"/>
                </a:solidFill>
                <a:latin typeface="Arial"/>
                <a:ea typeface="Arial"/>
                <a:cs typeface="Arial"/>
              </a:defRPr>
            </a:lvl4pPr>
            <a:lvl5pPr>
              <a:buNone/>
              <a:defRPr sz="1275">
                <a:solidFill>
                  <a:srgbClr val="F4F7F5"/>
                </a:solidFill>
                <a:latin typeface="Arial"/>
                <a:ea typeface="Arial"/>
                <a:cs typeface="Arial"/>
              </a:defRPr>
            </a:lvl5pPr>
            <a:lvl6pPr>
              <a:buNone/>
              <a:defRPr sz="1275">
                <a:solidFill>
                  <a:srgbClr val="F4F7F5"/>
                </a:solidFill>
                <a:latin typeface="Arial"/>
                <a:ea typeface="Arial"/>
                <a:cs typeface="Arial"/>
              </a:defRPr>
            </a:lvl6pPr>
            <a:lvl7pPr>
              <a:buNone/>
              <a:defRPr sz="1275">
                <a:solidFill>
                  <a:srgbClr val="F4F7F5"/>
                </a:solidFill>
                <a:latin typeface="Arial"/>
                <a:ea typeface="Arial"/>
                <a:cs typeface="Arial"/>
              </a:defRPr>
            </a:lvl7pPr>
            <a:lvl8pPr>
              <a:buNone/>
              <a:defRPr sz="1275">
                <a:solidFill>
                  <a:srgbClr val="F4F7F5"/>
                </a:solidFill>
                <a:latin typeface="Arial"/>
                <a:ea typeface="Arial"/>
                <a:cs typeface="Arial"/>
              </a:defRPr>
            </a:lvl8pPr>
            <a:lvl9pPr>
              <a:buNone/>
              <a:defRPr sz="1275">
                <a:solidFill>
                  <a:srgbClr val="F4F7F5"/>
                </a:solidFill>
                <a:latin typeface="Arial"/>
                <a:ea typeface="Arial"/>
                <a:cs typeface="Arial"/>
              </a:defRPr>
            </a:lvl9pPr>
          </a:lstStyle>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CBC6B3D-5249-4048-956A-295936ABB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620209C-E88D-493A-A1A6-3153216CA3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8B4BC7E-E0F2-4057-B8E0-C995C6B73001}"/>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xmlns:a="http://schemas.openxmlformats.org/drawingml/2006/main">
              <a:ext uri="{FF2B5EF4-FFF2-40B4-BE49-F238E27FC236}">
                <a16:creationId xmlns:a16="http://schemas.microsoft.com/office/drawing/2014/main" id="{92D63332-3830-4C9B-851F-963CB59810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xmlns:a="http://schemas.openxmlformats.org/drawingml/2006/main">
              <a:ext uri="{FF2B5EF4-FFF2-40B4-BE49-F238E27FC236}">
                <a16:creationId xmlns:a16="http://schemas.microsoft.com/office/drawing/2014/main" id="{02018B54-67DA-49D1-AE02-23D961C0EA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xmlns:a="http://schemas.openxmlformats.org/drawingml/2006/main">
              <a:ext uri="{FF2B5EF4-FFF2-40B4-BE49-F238E27FC236}">
                <a16:creationId xmlns:a16="http://schemas.microsoft.com/office/drawing/2014/main" id="{48C0106E-373C-46DB-833D-F5128D161B1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Verified acceptance run: reference pair</a:t>
            </a:r>
          </a:p>
        </p:txBody>
      </p:sp>
      <p:sp>
        <p:nvSpPr>
          <p:cNvPr id="7" name="Rectangle 6">
            <a:extLst xmlns:a="http://schemas.openxmlformats.org/drawingml/2006/main">
              <a:ext uri="{FF2B5EF4-FFF2-40B4-BE49-F238E27FC236}">
                <a16:creationId xmlns:a16="http://schemas.microsoft.com/office/drawing/2014/main" id="{BA878354-6DDB-4EE6-B2EF-902966EF05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xmlns:a="http://schemas.openxmlformats.org/drawingml/2006/main">
              <a:ext uri="{FF2B5EF4-FFF2-40B4-BE49-F238E27FC236}">
                <a16:creationId xmlns:a16="http://schemas.microsoft.com/office/drawing/2014/main" id="{210B90C5-743F-46A1-802C-5FCA952952F5}"/>
              </a:ext>
            </a:extLst>
          </p:cNvPr>
          <p:cNvPicPr>
            <a:picLocks xmlns:a="http://schemas.openxmlformats.org/drawingml/2006/main" noChangeAspect="1"/>
          </p:cNvPicPr>
          <p:nvPr/>
        </p:nvPicPr>
        <p:blipFill>
          <a:blip xmlns:r="http://schemas.openxmlformats.org/officeDocument/2006/relationships" xmlns:a="http://schemas.openxmlformats.org/drawingml/2006/main" r:embed="R02d289916c934ae3"/>
          <a:stretch xmlns:a="http://schemas.openxmlformats.org/drawingml/2006/main"/>
        </p:blipFill>
        <p:spPr>
          <a:xfrm xmlns:a="http://schemas.openxmlformats.org/drawingml/2006/main">
            <a:off x="573405" y="1552575"/>
            <a:ext cx="5320665" cy="3800475"/>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6FACE21-8320-45AB-8344-42CE780178FD}"/>
              </a:ext>
            </a:extLst>
          </p:cNvPr>
          <p:cNvSpPr>
            <a:spLocks xmlns:a="http://schemas.openxmlformats.org/drawingml/2006/main" noGrp="1"/>
          </p:cNvSpPr>
          <p:nvPr/>
        </p:nvSpPr>
        <p:spPr>
          <a:xfrm xmlns:a="http://schemas.openxmlformats.org/drawingml/2006/main">
            <a:off x="6438900" y="51816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xmlns:a="http://schemas.openxmlformats.org/drawingml/2006/main">
              <a:ext uri="{FF2B5EF4-FFF2-40B4-BE49-F238E27FC236}">
                <a16:creationId xmlns:a16="http://schemas.microsoft.com/office/drawing/2014/main" id="{685E7958-4A59-4B70-A73A-C7E235C03E56}"/>
              </a:ext>
            </a:extLst>
          </p:cNvPr>
          <p:cNvSpPr>
            <a:spLocks xmlns:a="http://schemas.openxmlformats.org/drawingml/2006/main" noGrp="1"/>
          </p:cNvSpPr>
          <p:nvPr/>
        </p:nvSpPr>
        <p:spPr>
          <a:xfrm xmlns:a="http://schemas.openxmlformats.org/drawingml/2006/main">
            <a:off x="6438900" y="56388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xmlns:a="http://schemas.openxmlformats.org/drawingml/2006/main">
              <a:ext uri="{FF2B5EF4-FFF2-40B4-BE49-F238E27FC236}">
                <a16:creationId xmlns:a16="http://schemas.microsoft.com/office/drawing/2014/main" id="{0B700BE6-8D17-4BAE-BE7C-7377FBCECFDF}"/>
              </a:ext>
            </a:extLst>
          </p:cNvPr>
          <p:cNvSpPr>
            <a:spLocks xmlns:a="http://schemas.openxmlformats.org/drawingml/2006/main" noGrp="1"/>
          </p:cNvSpPr>
          <p:nvPr/>
        </p:nvSpPr>
        <p:spPr>
          <a:xfrm xmlns:a="http://schemas.openxmlformats.org/drawingml/2006/main">
            <a:off x="7753350" y="51816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46760"/>
                </a:solidFill>
                <a:latin typeface="Arial"/>
                <a:ea typeface="Arial"/>
                <a:cs typeface="Arial"/>
              </a:defRPr>
            </a:defPPr>
            <a:lvl1pPr algn="l">
              <a:buNone/>
              <a:defRPr sz="2550" b="1" i="0">
                <a:solidFill>
                  <a:srgbClr val="E46760"/>
                </a:solidFill>
                <a:latin typeface="Arial"/>
                <a:ea typeface="Arial"/>
                <a:cs typeface="Arial"/>
              </a:defRPr>
            </a:lvl1pPr>
            <a:lvl2pPr algn="l">
              <a:buNone/>
              <a:defRPr sz="2550" b="1" i="0">
                <a:solidFill>
                  <a:srgbClr val="E46760"/>
                </a:solidFill>
                <a:latin typeface="Arial"/>
                <a:ea typeface="Arial"/>
                <a:cs typeface="Arial"/>
              </a:defRPr>
            </a:lvl2pPr>
            <a:lvl3pPr algn="l">
              <a:buNone/>
              <a:defRPr sz="2550" b="1" i="0">
                <a:solidFill>
                  <a:srgbClr val="E46760"/>
                </a:solidFill>
                <a:latin typeface="Arial"/>
                <a:ea typeface="Arial"/>
                <a:cs typeface="Arial"/>
              </a:defRPr>
            </a:lvl3pPr>
            <a:lvl4pPr algn="l">
              <a:buNone/>
              <a:defRPr sz="2550" b="1" i="0">
                <a:solidFill>
                  <a:srgbClr val="E46760"/>
                </a:solidFill>
                <a:latin typeface="Arial"/>
                <a:ea typeface="Arial"/>
                <a:cs typeface="Arial"/>
              </a:defRPr>
            </a:lvl4pPr>
            <a:lvl5pPr algn="l">
              <a:buNone/>
              <a:defRPr sz="2550" b="1" i="0">
                <a:solidFill>
                  <a:srgbClr val="E46760"/>
                </a:solidFill>
                <a:latin typeface="Arial"/>
                <a:ea typeface="Arial"/>
                <a:cs typeface="Arial"/>
              </a:defRPr>
            </a:lvl5pPr>
            <a:lvl6pPr algn="l">
              <a:buNone/>
              <a:defRPr sz="2550" b="1" i="0">
                <a:solidFill>
                  <a:srgbClr val="E46760"/>
                </a:solidFill>
                <a:latin typeface="Arial"/>
                <a:ea typeface="Arial"/>
                <a:cs typeface="Arial"/>
              </a:defRPr>
            </a:lvl6pPr>
            <a:lvl7pPr algn="l">
              <a:buNone/>
              <a:defRPr sz="2550" b="1" i="0">
                <a:solidFill>
                  <a:srgbClr val="E46760"/>
                </a:solidFill>
                <a:latin typeface="Arial"/>
                <a:ea typeface="Arial"/>
                <a:cs typeface="Arial"/>
              </a:defRPr>
            </a:lvl7pPr>
            <a:lvl8pPr algn="l">
              <a:buNone/>
              <a:defRPr sz="2550" b="1" i="0">
                <a:solidFill>
                  <a:srgbClr val="E46760"/>
                </a:solidFill>
                <a:latin typeface="Arial"/>
                <a:ea typeface="Arial"/>
                <a:cs typeface="Arial"/>
              </a:defRPr>
            </a:lvl8pPr>
            <a:lvl9pPr algn="l">
              <a:buNone/>
              <a:defRPr sz="2550" b="1" i="0">
                <a:solidFill>
                  <a:srgbClr val="E46760"/>
                </a:solidFill>
                <a:latin typeface="Arial"/>
                <a:ea typeface="Arial"/>
                <a:cs typeface="Arial"/>
              </a:defRPr>
            </a:lvl9pPr>
          </a:lstStyle>
          <a:p xmlns:a="http://schemas.openxmlformats.org/drawingml/2006/main">
            <a:pPr algn="l">
              <a:buNone/>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xmlns:a="http://schemas.openxmlformats.org/drawingml/2006/main">
              <a:ext uri="{FF2B5EF4-FFF2-40B4-BE49-F238E27FC236}">
                <a16:creationId xmlns:a16="http://schemas.microsoft.com/office/drawing/2014/main" id="{D5346A48-2389-4AC8-9168-8F98999391CD}"/>
              </a:ext>
            </a:extLst>
          </p:cNvPr>
          <p:cNvSpPr>
            <a:spLocks xmlns:a="http://schemas.openxmlformats.org/drawingml/2006/main" noGrp="1"/>
          </p:cNvSpPr>
          <p:nvPr/>
        </p:nvSpPr>
        <p:spPr>
          <a:xfrm xmlns:a="http://schemas.openxmlformats.org/drawingml/2006/main">
            <a:off x="7753350" y="56388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xmlns:a="http://schemas.openxmlformats.org/drawingml/2006/main">
              <a:ext uri="{FF2B5EF4-FFF2-40B4-BE49-F238E27FC236}">
                <a16:creationId xmlns:a16="http://schemas.microsoft.com/office/drawing/2014/main" id="{FD838095-9465-46E6-ABB5-4B6FC6912A53}"/>
              </a:ext>
            </a:extLst>
          </p:cNvPr>
          <p:cNvSpPr>
            <a:spLocks xmlns:a="http://schemas.openxmlformats.org/drawingml/2006/main" noGrp="1"/>
          </p:cNvSpPr>
          <p:nvPr/>
        </p:nvSpPr>
        <p:spPr>
          <a:xfrm xmlns:a="http://schemas.openxmlformats.org/drawingml/2006/main">
            <a:off x="9677400" y="51816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xmlns:a="http://schemas.openxmlformats.org/drawingml/2006/main">
              <a:ext uri="{FF2B5EF4-FFF2-40B4-BE49-F238E27FC236}">
                <a16:creationId xmlns:a16="http://schemas.microsoft.com/office/drawing/2014/main" id="{467F41DE-6AC7-4CA3-B6B8-D8703296E1B6}"/>
              </a:ext>
            </a:extLst>
          </p:cNvPr>
          <p:cNvSpPr>
            <a:spLocks xmlns:a="http://schemas.openxmlformats.org/drawingml/2006/main" noGrp="1"/>
          </p:cNvSpPr>
          <p:nvPr/>
        </p:nvSpPr>
        <p:spPr>
          <a:xfrm xmlns:a="http://schemas.openxmlformats.org/drawingml/2006/main">
            <a:off x="9677400" y="563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xmlns:a="http://schemas.openxmlformats.org/drawingml/2006/main">
              <a:ext uri="{FF2B5EF4-FFF2-40B4-BE49-F238E27FC236}">
                <a16:creationId xmlns:a16="http://schemas.microsoft.com/office/drawing/2014/main" id="{A587F2CC-4373-4808-BDC3-EB59EAE36477}"/>
              </a:ext>
            </a:extLst>
          </p:cNvPr>
          <p:cNvSpPr>
            <a:spLocks xmlns:a="http://schemas.openxmlformats.org/drawingml/2006/main" noGrp="1"/>
          </p:cNvSpPr>
          <p:nvPr/>
        </p:nvSpPr>
        <p:spPr>
          <a:xfrm xmlns:a="http://schemas.openxmlformats.org/drawingml/2006/main">
            <a:off x="666750" y="56483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xmlns:a="http://schemas.openxmlformats.org/drawingml/2006/main">
              <a:ext uri="{FF2B5EF4-FFF2-40B4-BE49-F238E27FC236}">
                <a16:creationId xmlns:a16="http://schemas.microsoft.com/office/drawing/2014/main" id="{03A7660A-ACAD-4BD4-9D5D-64B6367E89E2}"/>
              </a:ext>
            </a:extLst>
          </p:cNvPr>
          <p:cNvSpPr>
            <a:spLocks xmlns:a="http://schemas.openxmlformats.org/drawingml/2006/main" noGrp="1"/>
          </p:cNvSpPr>
          <p:nvPr/>
        </p:nvSpPr>
        <p:spPr>
          <a:xfrm xmlns:a="http://schemas.openxmlformats.org/drawingml/2006/main">
            <a:off x="666750" y="59626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graphicFrame>
        <p:nvGraphicFramePr>
          <p:cNvPr id="19" name="Chart">
            <a:extLst xmlns:a="http://schemas.openxmlformats.org/drawingml/2006/main">
              <a:ext uri="{FF2B5EF4-FFF2-40B4-BE49-F238E27FC236}">
                <a16:creationId xmlns:a16="http://schemas.microsoft.com/office/drawing/2014/main" id="{42A0FBF5-0400-46E7-8F61-F6BA52B35176}"/>
              </a:ext>
            </a:extLst>
          </p:cNvPr>
          <p:cNvGraphicFramePr/>
          <p:nvPr/>
        </p:nvGraphicFramePr>
        <p:xfrm>
          <a:off xmlns:a="http://schemas.openxmlformats.org/drawingml/2006/main" x="6353175" y="1638300"/>
          <a:ext xmlns:a="http://schemas.openxmlformats.org/drawingml/2006/main" cx="5219700" cy="3333750"/>
        </p:xfrm>
        <a:graphic xmlns:a="http://schemas.openxmlformats.org/drawingml/2006/main">
          <a:graphicData uri="http://schemas.openxmlformats.org/drawingml/2006/chart">
            <c:chart xmlns:r="http://schemas.openxmlformats.org/officeDocument/2006/relationships" xmlns:c="http://schemas.openxmlformats.org/drawingml/2006/chart" r:id="Rd33ae78ac1784e77"/>
          </a:graphicData>
        </a:graphic>
      </p:graphicFrame>
    </p:spTree>
    <p:extLst>
      <p:ext uri="{BB962C8B-B14F-4D97-AF65-F5344CB8AC3E}">
        <p14:creationId xmlns:p14="http://schemas.microsoft.com/office/powerpoint/2010/main" val="1053874133"/>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BB08FBF-4280-4832-B011-D0DB45279C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BBFAEB6-1A1C-499E-A59C-9BD6E9707E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60B7C69-82DC-48D2-B4BE-AB8C1F03EF0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xmlns:a="http://schemas.openxmlformats.org/drawingml/2006/main">
              <a:ext uri="{FF2B5EF4-FFF2-40B4-BE49-F238E27FC236}">
                <a16:creationId xmlns:a16="http://schemas.microsoft.com/office/drawing/2014/main" id="{B28A4BE1-4762-4991-9AC5-857A07A3043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xmlns:a="http://schemas.openxmlformats.org/drawingml/2006/main">
              <a:ext uri="{FF2B5EF4-FFF2-40B4-BE49-F238E27FC236}">
                <a16:creationId xmlns:a16="http://schemas.microsoft.com/office/drawing/2014/main" id="{444036D9-09A9-41A6-8C41-62B94676EA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xmlns:a="http://schemas.openxmlformats.org/drawingml/2006/main">
              <a:ext uri="{FF2B5EF4-FFF2-40B4-BE49-F238E27FC236}">
                <a16:creationId xmlns:a16="http://schemas.microsoft.com/office/drawing/2014/main" id="{CF08EA3E-2561-45E7-9F1B-54C0039DE11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Reference-pair structural sensitivity panel</a:t>
            </a:r>
          </a:p>
        </p:txBody>
      </p:sp>
      <p:sp>
        <p:nvSpPr>
          <p:cNvPr id="7" name="Rectangle 6">
            <a:extLst xmlns:a="http://schemas.openxmlformats.org/drawingml/2006/main">
              <a:ext uri="{FF2B5EF4-FFF2-40B4-BE49-F238E27FC236}">
                <a16:creationId xmlns:a16="http://schemas.microsoft.com/office/drawing/2014/main" id="{6D7E2D04-774D-4D92-84A4-4635E7CC2D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sp>
        <p:nvSpPr>
          <p:cNvPr id="9" name="Rectangle 8">
            <a:extLst xmlns:a="http://schemas.openxmlformats.org/drawingml/2006/main">
              <a:ext uri="{FF2B5EF4-FFF2-40B4-BE49-F238E27FC236}">
                <a16:creationId xmlns:a16="http://schemas.microsoft.com/office/drawing/2014/main" id="{DB6C2F33-255E-429F-839C-E7DD037381CF}"/>
              </a:ext>
            </a:extLst>
          </p:cNvPr>
          <p:cNvSpPr>
            <a:spLocks xmlns:a="http://schemas.openxmlformats.org/drawingml/2006/main" noGrp="1"/>
          </p:cNvSpPr>
          <p:nvPr/>
        </p:nvSpPr>
        <p:spPr>
          <a:xfrm xmlns:a="http://schemas.openxmlformats.org/drawingml/2006/main">
            <a:off x="695325" y="5600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xmlns:a="http://schemas.openxmlformats.org/drawingml/2006/main">
              <a:ext uri="{FF2B5EF4-FFF2-40B4-BE49-F238E27FC236}">
                <a16:creationId xmlns:a16="http://schemas.microsoft.com/office/drawing/2014/main" id="{EA51E8CB-A2A6-4D8C-9460-5C3E2933161F}"/>
              </a:ext>
            </a:extLst>
          </p:cNvPr>
          <p:cNvSpPr>
            <a:spLocks xmlns:a="http://schemas.openxmlformats.org/drawingml/2006/main" noGrp="1"/>
          </p:cNvSpPr>
          <p:nvPr/>
        </p:nvSpPr>
        <p:spPr>
          <a:xfrm xmlns:a="http://schemas.openxmlformats.org/drawingml/2006/main">
            <a:off x="695325" y="58197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84AAB"/>
                </a:solidFill>
                <a:latin typeface="Arial"/>
                <a:ea typeface="Arial"/>
                <a:cs typeface="Arial"/>
              </a:defRPr>
            </a:defPPr>
            <a:lvl1pPr algn="l">
              <a:buNone/>
              <a:defRPr sz="1800" b="1" i="0">
                <a:solidFill>
                  <a:srgbClr val="E84AAB"/>
                </a:solidFill>
                <a:latin typeface="Arial"/>
                <a:ea typeface="Arial"/>
                <a:cs typeface="Arial"/>
              </a:defRPr>
            </a:lvl1pPr>
            <a:lvl2pPr algn="l">
              <a:buNone/>
              <a:defRPr sz="1800" b="1" i="0">
                <a:solidFill>
                  <a:srgbClr val="E84AAB"/>
                </a:solidFill>
                <a:latin typeface="Arial"/>
                <a:ea typeface="Arial"/>
                <a:cs typeface="Arial"/>
              </a:defRPr>
            </a:lvl2pPr>
            <a:lvl3pPr algn="l">
              <a:buNone/>
              <a:defRPr sz="1800" b="1" i="0">
                <a:solidFill>
                  <a:srgbClr val="E84AAB"/>
                </a:solidFill>
                <a:latin typeface="Arial"/>
                <a:ea typeface="Arial"/>
                <a:cs typeface="Arial"/>
              </a:defRPr>
            </a:lvl3pPr>
            <a:lvl4pPr algn="l">
              <a:buNone/>
              <a:defRPr sz="1800" b="1" i="0">
                <a:solidFill>
                  <a:srgbClr val="E84AAB"/>
                </a:solidFill>
                <a:latin typeface="Arial"/>
                <a:ea typeface="Arial"/>
                <a:cs typeface="Arial"/>
              </a:defRPr>
            </a:lvl4pPr>
            <a:lvl5pPr algn="l">
              <a:buNone/>
              <a:defRPr sz="1800" b="1" i="0">
                <a:solidFill>
                  <a:srgbClr val="E84AAB"/>
                </a:solidFill>
                <a:latin typeface="Arial"/>
                <a:ea typeface="Arial"/>
                <a:cs typeface="Arial"/>
              </a:defRPr>
            </a:lvl5pPr>
            <a:lvl6pPr algn="l">
              <a:buNone/>
              <a:defRPr sz="1800" b="1" i="0">
                <a:solidFill>
                  <a:srgbClr val="E84AAB"/>
                </a:solidFill>
                <a:latin typeface="Arial"/>
                <a:ea typeface="Arial"/>
                <a:cs typeface="Arial"/>
              </a:defRPr>
            </a:lvl6pPr>
            <a:lvl7pPr algn="l">
              <a:buNone/>
              <a:defRPr sz="1800" b="1" i="0">
                <a:solidFill>
                  <a:srgbClr val="E84AAB"/>
                </a:solidFill>
                <a:latin typeface="Arial"/>
                <a:ea typeface="Arial"/>
                <a:cs typeface="Arial"/>
              </a:defRPr>
            </a:lvl7pPr>
            <a:lvl8pPr algn="l">
              <a:buNone/>
              <a:defRPr sz="1800" b="1" i="0">
                <a:solidFill>
                  <a:srgbClr val="E84AAB"/>
                </a:solidFill>
                <a:latin typeface="Arial"/>
                <a:ea typeface="Arial"/>
                <a:cs typeface="Arial"/>
              </a:defRPr>
            </a:lvl8pPr>
            <a:lvl9pPr algn="l">
              <a:buNone/>
              <a:defRPr sz="1800" b="1" i="0">
                <a:solidFill>
                  <a:srgbClr val="E84AAB"/>
                </a:solidFill>
                <a:latin typeface="Arial"/>
                <a:ea typeface="Arial"/>
                <a:cs typeface="Arial"/>
              </a:defRPr>
            </a:lvl9pPr>
          </a:lstStyle>
          <a:p xmlns:a="http://schemas.openxmlformats.org/drawingml/2006/main">
            <a:pPr algn="l">
              <a:buNone/>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xmlns:a="http://schemas.openxmlformats.org/drawingml/2006/main">
              <a:ext uri="{FF2B5EF4-FFF2-40B4-BE49-F238E27FC236}">
                <a16:creationId xmlns:a16="http://schemas.microsoft.com/office/drawing/2014/main" id="{2D2896BA-EC1B-4C42-9A67-9C3758B54753}"/>
              </a:ext>
            </a:extLst>
          </p:cNvPr>
          <p:cNvSpPr>
            <a:spLocks xmlns:a="http://schemas.openxmlformats.org/drawingml/2006/main" noGrp="1"/>
          </p:cNvSpPr>
          <p:nvPr/>
        </p:nvSpPr>
        <p:spPr>
          <a:xfrm xmlns:a="http://schemas.openxmlformats.org/drawingml/2006/main">
            <a:off x="3143250" y="5600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xmlns:a="http://schemas.openxmlformats.org/drawingml/2006/main">
              <a:ext uri="{FF2B5EF4-FFF2-40B4-BE49-F238E27FC236}">
                <a16:creationId xmlns:a16="http://schemas.microsoft.com/office/drawing/2014/main" id="{B4F9C17D-40F4-414A-9041-970EB8266F63}"/>
              </a:ext>
            </a:extLst>
          </p:cNvPr>
          <p:cNvSpPr>
            <a:spLocks xmlns:a="http://schemas.openxmlformats.org/drawingml/2006/main" noGrp="1"/>
          </p:cNvSpPr>
          <p:nvPr/>
        </p:nvSpPr>
        <p:spPr>
          <a:xfrm xmlns:a="http://schemas.openxmlformats.org/drawingml/2006/main">
            <a:off x="3143250" y="58197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46760"/>
                </a:solidFill>
                <a:latin typeface="Arial"/>
                <a:ea typeface="Arial"/>
                <a:cs typeface="Arial"/>
              </a:defRPr>
            </a:defPPr>
            <a:lvl1pPr algn="l">
              <a:buNone/>
              <a:defRPr sz="1800" b="1" i="0">
                <a:solidFill>
                  <a:srgbClr val="E46760"/>
                </a:solidFill>
                <a:latin typeface="Arial"/>
                <a:ea typeface="Arial"/>
                <a:cs typeface="Arial"/>
              </a:defRPr>
            </a:lvl1pPr>
            <a:lvl2pPr algn="l">
              <a:buNone/>
              <a:defRPr sz="1800" b="1" i="0">
                <a:solidFill>
                  <a:srgbClr val="E46760"/>
                </a:solidFill>
                <a:latin typeface="Arial"/>
                <a:ea typeface="Arial"/>
                <a:cs typeface="Arial"/>
              </a:defRPr>
            </a:lvl2pPr>
            <a:lvl3pPr algn="l">
              <a:buNone/>
              <a:defRPr sz="1800" b="1" i="0">
                <a:solidFill>
                  <a:srgbClr val="E46760"/>
                </a:solidFill>
                <a:latin typeface="Arial"/>
                <a:ea typeface="Arial"/>
                <a:cs typeface="Arial"/>
              </a:defRPr>
            </a:lvl3pPr>
            <a:lvl4pPr algn="l">
              <a:buNone/>
              <a:defRPr sz="1800" b="1" i="0">
                <a:solidFill>
                  <a:srgbClr val="E46760"/>
                </a:solidFill>
                <a:latin typeface="Arial"/>
                <a:ea typeface="Arial"/>
                <a:cs typeface="Arial"/>
              </a:defRPr>
            </a:lvl4pPr>
            <a:lvl5pPr algn="l">
              <a:buNone/>
              <a:defRPr sz="1800" b="1" i="0">
                <a:solidFill>
                  <a:srgbClr val="E46760"/>
                </a:solidFill>
                <a:latin typeface="Arial"/>
                <a:ea typeface="Arial"/>
                <a:cs typeface="Arial"/>
              </a:defRPr>
            </a:lvl5pPr>
            <a:lvl6pPr algn="l">
              <a:buNone/>
              <a:defRPr sz="1800" b="1" i="0">
                <a:solidFill>
                  <a:srgbClr val="E46760"/>
                </a:solidFill>
                <a:latin typeface="Arial"/>
                <a:ea typeface="Arial"/>
                <a:cs typeface="Arial"/>
              </a:defRPr>
            </a:lvl6pPr>
            <a:lvl7pPr algn="l">
              <a:buNone/>
              <a:defRPr sz="1800" b="1" i="0">
                <a:solidFill>
                  <a:srgbClr val="E46760"/>
                </a:solidFill>
                <a:latin typeface="Arial"/>
                <a:ea typeface="Arial"/>
                <a:cs typeface="Arial"/>
              </a:defRPr>
            </a:lvl7pPr>
            <a:lvl8pPr algn="l">
              <a:buNone/>
              <a:defRPr sz="1800" b="1" i="0">
                <a:solidFill>
                  <a:srgbClr val="E46760"/>
                </a:solidFill>
                <a:latin typeface="Arial"/>
                <a:ea typeface="Arial"/>
                <a:cs typeface="Arial"/>
              </a:defRPr>
            </a:lvl8pPr>
            <a:lvl9pPr algn="l">
              <a:buNone/>
              <a:defRPr sz="1800" b="1" i="0">
                <a:solidFill>
                  <a:srgbClr val="E46760"/>
                </a:solidFill>
                <a:latin typeface="Arial"/>
                <a:ea typeface="Arial"/>
                <a:cs typeface="Arial"/>
              </a:defRPr>
            </a:lvl9pPr>
          </a:lstStyle>
          <a:p xmlns:a="http://schemas.openxmlformats.org/drawingml/2006/main">
            <a:pPr algn="l">
              <a:buNone/>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xmlns:a="http://schemas.openxmlformats.org/drawingml/2006/main">
              <a:ext uri="{FF2B5EF4-FFF2-40B4-BE49-F238E27FC236}">
                <a16:creationId xmlns:a16="http://schemas.microsoft.com/office/drawing/2014/main" id="{65D6A56A-F976-403C-B11E-BDD2531C8C39}"/>
              </a:ext>
            </a:extLst>
          </p:cNvPr>
          <p:cNvSpPr>
            <a:spLocks xmlns:a="http://schemas.openxmlformats.org/drawingml/2006/main" noGrp="1"/>
          </p:cNvSpPr>
          <p:nvPr/>
        </p:nvSpPr>
        <p:spPr>
          <a:xfrm xmlns:a="http://schemas.openxmlformats.org/drawingml/2006/main">
            <a:off x="6086475" y="56959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275" b="1" i="0">
                <a:solidFill>
                  <a:srgbClr val="F4F7F5"/>
                </a:solidFill>
                <a:latin typeface="Arial"/>
                <a:ea typeface="Arial"/>
                <a:cs typeface="Arial"/>
              </a:defRPr>
            </a:defPPr>
            <a:lvl1pPr algn="r">
              <a:buNone/>
              <a:defRPr sz="1275" b="1" i="0">
                <a:solidFill>
                  <a:srgbClr val="F4F7F5"/>
                </a:solidFill>
                <a:latin typeface="Arial"/>
                <a:ea typeface="Arial"/>
                <a:cs typeface="Arial"/>
              </a:defRPr>
            </a:lvl1pPr>
            <a:lvl2pPr algn="r">
              <a:buNone/>
              <a:defRPr sz="1275" b="1" i="0">
                <a:solidFill>
                  <a:srgbClr val="F4F7F5"/>
                </a:solidFill>
                <a:latin typeface="Arial"/>
                <a:ea typeface="Arial"/>
                <a:cs typeface="Arial"/>
              </a:defRPr>
            </a:lvl2pPr>
            <a:lvl3pPr algn="r">
              <a:buNone/>
              <a:defRPr sz="1275" b="1" i="0">
                <a:solidFill>
                  <a:srgbClr val="F4F7F5"/>
                </a:solidFill>
                <a:latin typeface="Arial"/>
                <a:ea typeface="Arial"/>
                <a:cs typeface="Arial"/>
              </a:defRPr>
            </a:lvl3pPr>
            <a:lvl4pPr algn="r">
              <a:buNone/>
              <a:defRPr sz="1275" b="1" i="0">
                <a:solidFill>
                  <a:srgbClr val="F4F7F5"/>
                </a:solidFill>
                <a:latin typeface="Arial"/>
                <a:ea typeface="Arial"/>
                <a:cs typeface="Arial"/>
              </a:defRPr>
            </a:lvl4pPr>
            <a:lvl5pPr algn="r">
              <a:buNone/>
              <a:defRPr sz="1275" b="1" i="0">
                <a:solidFill>
                  <a:srgbClr val="F4F7F5"/>
                </a:solidFill>
                <a:latin typeface="Arial"/>
                <a:ea typeface="Arial"/>
                <a:cs typeface="Arial"/>
              </a:defRPr>
            </a:lvl5pPr>
            <a:lvl6pPr algn="r">
              <a:buNone/>
              <a:defRPr sz="1275" b="1" i="0">
                <a:solidFill>
                  <a:srgbClr val="F4F7F5"/>
                </a:solidFill>
                <a:latin typeface="Arial"/>
                <a:ea typeface="Arial"/>
                <a:cs typeface="Arial"/>
              </a:defRPr>
            </a:lvl6pPr>
            <a:lvl7pPr algn="r">
              <a:buNone/>
              <a:defRPr sz="1275" b="1" i="0">
                <a:solidFill>
                  <a:srgbClr val="F4F7F5"/>
                </a:solidFill>
                <a:latin typeface="Arial"/>
                <a:ea typeface="Arial"/>
                <a:cs typeface="Arial"/>
              </a:defRPr>
            </a:lvl7pPr>
            <a:lvl8pPr algn="r">
              <a:buNone/>
              <a:defRPr sz="1275" b="1" i="0">
                <a:solidFill>
                  <a:srgbClr val="F4F7F5"/>
                </a:solidFill>
                <a:latin typeface="Arial"/>
                <a:ea typeface="Arial"/>
                <a:cs typeface="Arial"/>
              </a:defRPr>
            </a:lvl8pPr>
            <a:lvl9pPr algn="r">
              <a:buNone/>
              <a:defRPr sz="1275" b="1" i="0">
                <a:solidFill>
                  <a:srgbClr val="F4F7F5"/>
                </a:solidFill>
                <a:latin typeface="Arial"/>
                <a:ea typeface="Arial"/>
                <a:cs typeface="Arial"/>
              </a:defRPr>
            </a:lvl9pPr>
          </a:lstStyle>
          <a:p xmlns:a="http://schemas.openxmlformats.org/drawingml/2006/main">
            <a:pPr algn="r">
              <a:buNone/>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graphicFrame>
        <p:nvGraphicFramePr>
          <p:cNvPr id="15" name="Chart">
            <a:extLst xmlns:a="http://schemas.openxmlformats.org/drawingml/2006/main">
              <a:ext uri="{FF2B5EF4-FFF2-40B4-BE49-F238E27FC236}">
                <a16:creationId xmlns:a16="http://schemas.microsoft.com/office/drawing/2014/main" id="{E6333043-170E-44BD-8859-72326DDFF543}"/>
              </a:ext>
            </a:extLst>
          </p:cNvPr>
          <p:cNvGraphicFramePr/>
          <p:nvPr/>
        </p:nvGraphicFramePr>
        <p:xfrm>
          <a:off xmlns:a="http://schemas.openxmlformats.org/drawingml/2006/main" x="542925" y="1571625"/>
          <a:ext xmlns:a="http://schemas.openxmlformats.org/drawingml/2006/main" cx="11087100" cy="3790950"/>
        </p:xfrm>
        <a:graphic xmlns:a="http://schemas.openxmlformats.org/drawingml/2006/main">
          <a:graphicData uri="http://schemas.openxmlformats.org/drawingml/2006/chart">
            <c:chart xmlns:r="http://schemas.openxmlformats.org/officeDocument/2006/relationships" xmlns:c="http://schemas.openxmlformats.org/drawingml/2006/chart" r:id="Rb0a6000b403648f9"/>
          </a:graphicData>
        </a:graphic>
      </p:graphicFrame>
    </p:spTree>
    <p:extLst>
      <p:ext uri="{BB962C8B-B14F-4D97-AF65-F5344CB8AC3E}">
        <p14:creationId xmlns:p14="http://schemas.microsoft.com/office/powerpoint/2010/main" val="136310445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667D01EE-5B86-4D7A-BF1C-62BD584DAA1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3C1702F-F43E-4197-80E2-E8A29A2ACFF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868D6B5-4101-4BB7-BF94-D750596551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xmlns:a="http://schemas.openxmlformats.org/drawingml/2006/main">
              <a:ext uri="{FF2B5EF4-FFF2-40B4-BE49-F238E27FC236}">
                <a16:creationId xmlns:a16="http://schemas.microsoft.com/office/drawing/2014/main" id="{CF185C58-8D7D-4F71-B4AB-B60249EE2B0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xmlns:a="http://schemas.openxmlformats.org/drawingml/2006/main">
              <a:ext uri="{FF2B5EF4-FFF2-40B4-BE49-F238E27FC236}">
                <a16:creationId xmlns:a16="http://schemas.microsoft.com/office/drawing/2014/main" id="{85D3ECDA-F961-41FE-B5F5-10A880FBD36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xmlns:a="http://schemas.openxmlformats.org/drawingml/2006/main">
              <a:ext uri="{FF2B5EF4-FFF2-40B4-BE49-F238E27FC236}">
                <a16:creationId xmlns:a16="http://schemas.microsoft.com/office/drawing/2014/main" id="{6A450260-CBCD-4F68-956E-9CEDBB1DBD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Execution evidence by tool</a:t>
            </a:r>
          </a:p>
        </p:txBody>
      </p:sp>
      <p:sp>
        <p:nvSpPr>
          <p:cNvPr id="7" name="Rectangle 6">
            <a:extLst xmlns:a="http://schemas.openxmlformats.org/drawingml/2006/main">
              <a:ext uri="{FF2B5EF4-FFF2-40B4-BE49-F238E27FC236}">
                <a16:creationId xmlns:a16="http://schemas.microsoft.com/office/drawing/2014/main" id="{B59418AE-6256-4F02-B4CE-5572E0E29A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xmlns:a="http://schemas.openxmlformats.org/drawingml/2006/main">
              <a:ext uri="{FF2B5EF4-FFF2-40B4-BE49-F238E27FC236}">
                <a16:creationId xmlns:a16="http://schemas.microsoft.com/office/drawing/2014/main" id="{99B082E3-3FA5-4533-A6AC-69652650F9B4}"/>
              </a:ext>
            </a:extLst>
          </p:cNvPr>
          <p:cNvSpPr>
            <a:spLocks xmlns:a="http://schemas.openxmlformats.org/drawingml/2006/main" noGrp="1"/>
          </p:cNvSpPr>
          <p:nvPr/>
        </p:nvSpPr>
        <p:spPr>
          <a:xfrm xmlns:a="http://schemas.openxmlformats.org/drawingml/2006/main">
            <a:off x="619125" y="1790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E84AAB"/>
                </a:solidFill>
                <a:latin typeface="Arial"/>
                <a:ea typeface="Arial"/>
                <a:cs typeface="Arial"/>
              </a:defRPr>
            </a:defPPr>
            <a:lvl1pPr algn="l">
              <a:buNone/>
              <a:defRPr sz="1725" b="1" i="0">
                <a:solidFill>
                  <a:srgbClr val="E84AAB"/>
                </a:solidFill>
                <a:latin typeface="Arial"/>
                <a:ea typeface="Arial"/>
                <a:cs typeface="Arial"/>
              </a:defRPr>
            </a:lvl1pPr>
            <a:lvl2pPr algn="l">
              <a:buNone/>
              <a:defRPr sz="1725" b="1" i="0">
                <a:solidFill>
                  <a:srgbClr val="E84AAB"/>
                </a:solidFill>
                <a:latin typeface="Arial"/>
                <a:ea typeface="Arial"/>
                <a:cs typeface="Arial"/>
              </a:defRPr>
            </a:lvl2pPr>
            <a:lvl3pPr algn="l">
              <a:buNone/>
              <a:defRPr sz="1725" b="1" i="0">
                <a:solidFill>
                  <a:srgbClr val="E84AAB"/>
                </a:solidFill>
                <a:latin typeface="Arial"/>
                <a:ea typeface="Arial"/>
                <a:cs typeface="Arial"/>
              </a:defRPr>
            </a:lvl3pPr>
            <a:lvl4pPr algn="l">
              <a:buNone/>
              <a:defRPr sz="1725" b="1" i="0">
                <a:solidFill>
                  <a:srgbClr val="E84AAB"/>
                </a:solidFill>
                <a:latin typeface="Arial"/>
                <a:ea typeface="Arial"/>
                <a:cs typeface="Arial"/>
              </a:defRPr>
            </a:lvl4pPr>
            <a:lvl5pPr algn="l">
              <a:buNone/>
              <a:defRPr sz="1725" b="1" i="0">
                <a:solidFill>
                  <a:srgbClr val="E84AAB"/>
                </a:solidFill>
                <a:latin typeface="Arial"/>
                <a:ea typeface="Arial"/>
                <a:cs typeface="Arial"/>
              </a:defRPr>
            </a:lvl5pPr>
            <a:lvl6pPr algn="l">
              <a:buNone/>
              <a:defRPr sz="1725" b="1" i="0">
                <a:solidFill>
                  <a:srgbClr val="E84AAB"/>
                </a:solidFill>
                <a:latin typeface="Arial"/>
                <a:ea typeface="Arial"/>
                <a:cs typeface="Arial"/>
              </a:defRPr>
            </a:lvl6pPr>
            <a:lvl7pPr algn="l">
              <a:buNone/>
              <a:defRPr sz="1725" b="1" i="0">
                <a:solidFill>
                  <a:srgbClr val="E84AAB"/>
                </a:solidFill>
                <a:latin typeface="Arial"/>
                <a:ea typeface="Arial"/>
                <a:cs typeface="Arial"/>
              </a:defRPr>
            </a:lvl7pPr>
            <a:lvl8pPr algn="l">
              <a:buNone/>
              <a:defRPr sz="1725" b="1" i="0">
                <a:solidFill>
                  <a:srgbClr val="E84AAB"/>
                </a:solidFill>
                <a:latin typeface="Arial"/>
                <a:ea typeface="Arial"/>
                <a:cs typeface="Arial"/>
              </a:defRPr>
            </a:lvl8pPr>
            <a:lvl9pPr algn="l">
              <a:buNone/>
              <a:defRPr sz="1725" b="1" i="0">
                <a:solidFill>
                  <a:srgbClr val="E84AAB"/>
                </a:solidFill>
                <a:latin typeface="Arial"/>
                <a:ea typeface="Arial"/>
                <a:cs typeface="Arial"/>
              </a:defRPr>
            </a:lvl9pPr>
          </a:lstStyle>
          <a:p xmlns:a="http://schemas.openxmlformats.org/drawingml/2006/main">
            <a:pPr algn="l">
              <a:buNone/>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xmlns:a="http://schemas.openxmlformats.org/drawingml/2006/main">
              <a:ext uri="{FF2B5EF4-FFF2-40B4-BE49-F238E27FC236}">
                <a16:creationId xmlns:a16="http://schemas.microsoft.com/office/drawing/2014/main" id="{F4C425DD-7FCA-44A1-8B13-98EE86E3F0C8}"/>
              </a:ext>
            </a:extLst>
          </p:cNvPr>
          <p:cNvSpPr>
            <a:spLocks xmlns:a="http://schemas.openxmlformats.org/drawingml/2006/main" noGrp="1"/>
          </p:cNvSpPr>
          <p:nvPr/>
        </p:nvSpPr>
        <p:spPr>
          <a:xfrm xmlns:a="http://schemas.openxmlformats.org/drawingml/2006/main">
            <a:off x="2857500" y="1781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public pairs · 18 linker constructs</a:t>
            </a:r>
          </a:p>
        </p:txBody>
      </p:sp>
      <p:sp>
        <p:nvSpPr>
          <p:cNvPr id="10" name="Rectangle 9">
            <a:extLst xmlns:a="http://schemas.openxmlformats.org/drawingml/2006/main">
              <a:ext uri="{FF2B5EF4-FFF2-40B4-BE49-F238E27FC236}">
                <a16:creationId xmlns:a16="http://schemas.microsoft.com/office/drawing/2014/main" id="{08F2FE3D-8033-458B-A8F0-51C59554CBF9}"/>
              </a:ext>
            </a:extLst>
          </p:cNvPr>
          <p:cNvSpPr>
            <a:spLocks xmlns:a="http://schemas.openxmlformats.org/drawingml/2006/main" noGrp="1"/>
          </p:cNvSpPr>
          <p:nvPr/>
        </p:nvSpPr>
        <p:spPr>
          <a:xfrm xmlns:a="http://schemas.openxmlformats.org/drawingml/2006/main">
            <a:off x="6667500" y="1781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90 rankable models</a:t>
            </a:r>
          </a:p>
        </p:txBody>
      </p:sp>
      <p:sp>
        <p:nvSpPr>
          <p:cNvPr id="11" name="Rectangle: Rounded Corners 10">
            <a:extLst xmlns:a="http://schemas.openxmlformats.org/drawingml/2006/main">
              <a:ext uri="{FF2B5EF4-FFF2-40B4-BE49-F238E27FC236}">
                <a16:creationId xmlns:a16="http://schemas.microsoft.com/office/drawing/2014/main" id="{39F69E51-68B7-4FA2-9999-9C11B1F9BA14}"/>
              </a:ext>
            </a:extLst>
          </p:cNvPr>
          <p:cNvSpPr>
            <a:spLocks xmlns:a="http://schemas.openxmlformats.org/drawingml/2006/main" noGrp="1"/>
          </p:cNvSpPr>
          <p:nvPr/>
        </p:nvSpPr>
        <p:spPr>
          <a:xfrm xmlns:a="http://schemas.openxmlformats.org/drawingml/2006/main">
            <a:off x="9525000" y="1752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xmlns:a="http://schemas.openxmlformats.org/drawingml/2006/main">
              <a:ext uri="{FF2B5EF4-FFF2-40B4-BE49-F238E27FC236}">
                <a16:creationId xmlns:a16="http://schemas.microsoft.com/office/drawing/2014/main" id="{DFF01F92-063F-4EC7-8180-C600AC12FA43}"/>
              </a:ext>
            </a:extLst>
          </p:cNvPr>
          <p:cNvSpPr>
            <a:spLocks xmlns:a="http://schemas.openxmlformats.org/drawingml/2006/main" noGrp="1"/>
          </p:cNvSpPr>
          <p:nvPr/>
        </p:nvSpPr>
        <p:spPr>
          <a:xfrm xmlns:a="http://schemas.openxmlformats.org/drawingml/2006/main">
            <a:off x="619125" y="2400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Rectangle 12">
            <a:extLst xmlns:a="http://schemas.openxmlformats.org/drawingml/2006/main">
              <a:ext uri="{FF2B5EF4-FFF2-40B4-BE49-F238E27FC236}">
                <a16:creationId xmlns:a16="http://schemas.microsoft.com/office/drawing/2014/main" id="{99DA4518-C191-4E5D-9F57-7B0ACA42AE4D}"/>
              </a:ext>
            </a:extLst>
          </p:cNvPr>
          <p:cNvSpPr>
            <a:spLocks xmlns:a="http://schemas.openxmlformats.org/drawingml/2006/main" noGrp="1"/>
          </p:cNvSpPr>
          <p:nvPr/>
        </p:nvSpPr>
        <p:spPr>
          <a:xfrm xmlns:a="http://schemas.openxmlformats.org/drawingml/2006/main">
            <a:off x="619125" y="2743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3FC6D6"/>
                </a:solidFill>
                <a:latin typeface="Arial"/>
                <a:ea typeface="Arial"/>
                <a:cs typeface="Arial"/>
              </a:defRPr>
            </a:defPPr>
            <a:lvl1pPr algn="l">
              <a:buNone/>
              <a:defRPr sz="1725" b="1" i="0">
                <a:solidFill>
                  <a:srgbClr val="3FC6D6"/>
                </a:solidFill>
                <a:latin typeface="Arial"/>
                <a:ea typeface="Arial"/>
                <a:cs typeface="Arial"/>
              </a:defRPr>
            </a:lvl1pPr>
            <a:lvl2pPr algn="l">
              <a:buNone/>
              <a:defRPr sz="1725" b="1" i="0">
                <a:solidFill>
                  <a:srgbClr val="3FC6D6"/>
                </a:solidFill>
                <a:latin typeface="Arial"/>
                <a:ea typeface="Arial"/>
                <a:cs typeface="Arial"/>
              </a:defRPr>
            </a:lvl2pPr>
            <a:lvl3pPr algn="l">
              <a:buNone/>
              <a:defRPr sz="1725" b="1" i="0">
                <a:solidFill>
                  <a:srgbClr val="3FC6D6"/>
                </a:solidFill>
                <a:latin typeface="Arial"/>
                <a:ea typeface="Arial"/>
                <a:cs typeface="Arial"/>
              </a:defRPr>
            </a:lvl3pPr>
            <a:lvl4pPr algn="l">
              <a:buNone/>
              <a:defRPr sz="1725" b="1" i="0">
                <a:solidFill>
                  <a:srgbClr val="3FC6D6"/>
                </a:solidFill>
                <a:latin typeface="Arial"/>
                <a:ea typeface="Arial"/>
                <a:cs typeface="Arial"/>
              </a:defRPr>
            </a:lvl4pPr>
            <a:lvl5pPr algn="l">
              <a:buNone/>
              <a:defRPr sz="1725" b="1" i="0">
                <a:solidFill>
                  <a:srgbClr val="3FC6D6"/>
                </a:solidFill>
                <a:latin typeface="Arial"/>
                <a:ea typeface="Arial"/>
                <a:cs typeface="Arial"/>
              </a:defRPr>
            </a:lvl5pPr>
            <a:lvl6pPr algn="l">
              <a:buNone/>
              <a:defRPr sz="1725" b="1" i="0">
                <a:solidFill>
                  <a:srgbClr val="3FC6D6"/>
                </a:solidFill>
                <a:latin typeface="Arial"/>
                <a:ea typeface="Arial"/>
                <a:cs typeface="Arial"/>
              </a:defRPr>
            </a:lvl6pPr>
            <a:lvl7pPr algn="l">
              <a:buNone/>
              <a:defRPr sz="1725" b="1" i="0">
                <a:solidFill>
                  <a:srgbClr val="3FC6D6"/>
                </a:solidFill>
                <a:latin typeface="Arial"/>
                <a:ea typeface="Arial"/>
                <a:cs typeface="Arial"/>
              </a:defRPr>
            </a:lvl7pPr>
            <a:lvl8pPr algn="l">
              <a:buNone/>
              <a:defRPr sz="1725" b="1" i="0">
                <a:solidFill>
                  <a:srgbClr val="3FC6D6"/>
                </a:solidFill>
                <a:latin typeface="Arial"/>
                <a:ea typeface="Arial"/>
                <a:cs typeface="Arial"/>
              </a:defRPr>
            </a:lvl8pPr>
            <a:lvl9pPr algn="l">
              <a:buNone/>
              <a:defRPr sz="1725" b="1" i="0">
                <a:solidFill>
                  <a:srgbClr val="3FC6D6"/>
                </a:solidFill>
                <a:latin typeface="Arial"/>
                <a:ea typeface="Arial"/>
                <a:cs typeface="Arial"/>
              </a:defRPr>
            </a:lvl9pPr>
          </a:lstStyle>
          <a:p xmlns:a="http://schemas.openxmlformats.org/drawingml/2006/main">
            <a:pPr algn="l">
              <a:buNone/>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xmlns:a="http://schemas.openxmlformats.org/drawingml/2006/main">
              <a:ext uri="{FF2B5EF4-FFF2-40B4-BE49-F238E27FC236}">
                <a16:creationId xmlns:a16="http://schemas.microsoft.com/office/drawing/2014/main" id="{BA80C184-864A-498E-9DE5-47EA56D0900D}"/>
              </a:ext>
            </a:extLst>
          </p:cNvPr>
          <p:cNvSpPr>
            <a:spLocks xmlns:a="http://schemas.openxmlformats.org/drawingml/2006/main" noGrp="1"/>
          </p:cNvSpPr>
          <p:nvPr/>
        </p:nvSpPr>
        <p:spPr>
          <a:xfrm xmlns:a="http://schemas.openxmlformats.org/drawingml/2006/main">
            <a:off x="2857500" y="2733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xmlns:a="http://schemas.openxmlformats.org/drawingml/2006/main">
              <a:ext uri="{FF2B5EF4-FFF2-40B4-BE49-F238E27FC236}">
                <a16:creationId xmlns:a16="http://schemas.microsoft.com/office/drawing/2014/main" id="{90FBE210-BB99-4529-978C-00E5C8E6F61C}"/>
              </a:ext>
            </a:extLst>
          </p:cNvPr>
          <p:cNvSpPr>
            <a:spLocks xmlns:a="http://schemas.openxmlformats.org/drawingml/2006/main" noGrp="1"/>
          </p:cNvSpPr>
          <p:nvPr/>
        </p:nvSpPr>
        <p:spPr>
          <a:xfrm xmlns:a="http://schemas.openxmlformats.org/drawingml/2006/main">
            <a:off x="6667500" y="2733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xmlns:a="http://schemas.openxmlformats.org/drawingml/2006/main">
              <a:ext uri="{FF2B5EF4-FFF2-40B4-BE49-F238E27FC236}">
                <a16:creationId xmlns:a16="http://schemas.microsoft.com/office/drawing/2014/main" id="{67F63000-8BA7-4A86-947A-33E4A688BF46}"/>
              </a:ext>
            </a:extLst>
          </p:cNvPr>
          <p:cNvSpPr>
            <a:spLocks xmlns:a="http://schemas.openxmlformats.org/drawingml/2006/main" noGrp="1"/>
          </p:cNvSpPr>
          <p:nvPr/>
        </p:nvSpPr>
        <p:spPr>
          <a:xfrm xmlns:a="http://schemas.openxmlformats.org/drawingml/2006/main">
            <a:off x="9525000" y="2705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xmlns:a="http://schemas.openxmlformats.org/drawingml/2006/main">
              <a:ext uri="{FF2B5EF4-FFF2-40B4-BE49-F238E27FC236}">
                <a16:creationId xmlns:a16="http://schemas.microsoft.com/office/drawing/2014/main" id="{40736425-0F3B-4844-B56A-C9F706F3A77F}"/>
              </a:ext>
            </a:extLst>
          </p:cNvPr>
          <p:cNvSpPr>
            <a:spLocks xmlns:a="http://schemas.openxmlformats.org/drawingml/2006/main" noGrp="1"/>
          </p:cNvSpPr>
          <p:nvPr/>
        </p:nvSpPr>
        <p:spPr>
          <a:xfrm xmlns:a="http://schemas.openxmlformats.org/drawingml/2006/main">
            <a:off x="619125" y="33528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8" name="Rectangle 17">
            <a:extLst xmlns:a="http://schemas.openxmlformats.org/drawingml/2006/main">
              <a:ext uri="{FF2B5EF4-FFF2-40B4-BE49-F238E27FC236}">
                <a16:creationId xmlns:a16="http://schemas.microsoft.com/office/drawing/2014/main" id="{2C257C2A-CCC9-414F-A41A-B99B70A613CC}"/>
              </a:ext>
            </a:extLst>
          </p:cNvPr>
          <p:cNvSpPr>
            <a:spLocks xmlns:a="http://schemas.openxmlformats.org/drawingml/2006/main" noGrp="1"/>
          </p:cNvSpPr>
          <p:nvPr/>
        </p:nvSpPr>
        <p:spPr>
          <a:xfrm xmlns:a="http://schemas.openxmlformats.org/drawingml/2006/main">
            <a:off x="619125"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2DBD73"/>
                </a:solidFill>
                <a:latin typeface="Arial"/>
                <a:ea typeface="Arial"/>
                <a:cs typeface="Arial"/>
              </a:defRPr>
            </a:defPPr>
            <a:lvl1pPr algn="l">
              <a:buNone/>
              <a:defRPr sz="1725" b="1" i="0">
                <a:solidFill>
                  <a:srgbClr val="2DBD73"/>
                </a:solidFill>
                <a:latin typeface="Arial"/>
                <a:ea typeface="Arial"/>
                <a:cs typeface="Arial"/>
              </a:defRPr>
            </a:lvl1pPr>
            <a:lvl2pPr algn="l">
              <a:buNone/>
              <a:defRPr sz="1725" b="1" i="0">
                <a:solidFill>
                  <a:srgbClr val="2DBD73"/>
                </a:solidFill>
                <a:latin typeface="Arial"/>
                <a:ea typeface="Arial"/>
                <a:cs typeface="Arial"/>
              </a:defRPr>
            </a:lvl2pPr>
            <a:lvl3pPr algn="l">
              <a:buNone/>
              <a:defRPr sz="1725" b="1" i="0">
                <a:solidFill>
                  <a:srgbClr val="2DBD73"/>
                </a:solidFill>
                <a:latin typeface="Arial"/>
                <a:ea typeface="Arial"/>
                <a:cs typeface="Arial"/>
              </a:defRPr>
            </a:lvl3pPr>
            <a:lvl4pPr algn="l">
              <a:buNone/>
              <a:defRPr sz="1725" b="1" i="0">
                <a:solidFill>
                  <a:srgbClr val="2DBD73"/>
                </a:solidFill>
                <a:latin typeface="Arial"/>
                <a:ea typeface="Arial"/>
                <a:cs typeface="Arial"/>
              </a:defRPr>
            </a:lvl4pPr>
            <a:lvl5pPr algn="l">
              <a:buNone/>
              <a:defRPr sz="1725" b="1" i="0">
                <a:solidFill>
                  <a:srgbClr val="2DBD73"/>
                </a:solidFill>
                <a:latin typeface="Arial"/>
                <a:ea typeface="Arial"/>
                <a:cs typeface="Arial"/>
              </a:defRPr>
            </a:lvl5pPr>
            <a:lvl6pPr algn="l">
              <a:buNone/>
              <a:defRPr sz="1725" b="1" i="0">
                <a:solidFill>
                  <a:srgbClr val="2DBD73"/>
                </a:solidFill>
                <a:latin typeface="Arial"/>
                <a:ea typeface="Arial"/>
                <a:cs typeface="Arial"/>
              </a:defRPr>
            </a:lvl6pPr>
            <a:lvl7pPr algn="l">
              <a:buNone/>
              <a:defRPr sz="1725" b="1" i="0">
                <a:solidFill>
                  <a:srgbClr val="2DBD73"/>
                </a:solidFill>
                <a:latin typeface="Arial"/>
                <a:ea typeface="Arial"/>
                <a:cs typeface="Arial"/>
              </a:defRPr>
            </a:lvl7pPr>
            <a:lvl8pPr algn="l">
              <a:buNone/>
              <a:defRPr sz="1725" b="1" i="0">
                <a:solidFill>
                  <a:srgbClr val="2DBD73"/>
                </a:solidFill>
                <a:latin typeface="Arial"/>
                <a:ea typeface="Arial"/>
                <a:cs typeface="Arial"/>
              </a:defRPr>
            </a:lvl8pPr>
            <a:lvl9pPr algn="l">
              <a:buNone/>
              <a:defRPr sz="1725" b="1" i="0">
                <a:solidFill>
                  <a:srgbClr val="2DBD73"/>
                </a:solidFill>
                <a:latin typeface="Arial"/>
                <a:ea typeface="Arial"/>
                <a:cs typeface="Arial"/>
              </a:defRPr>
            </a:lvl9pPr>
          </a:lstStyle>
          <a:p xmlns:a="http://schemas.openxmlformats.org/drawingml/2006/main">
            <a:pPr algn="l">
              <a:buNone/>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xmlns:a="http://schemas.openxmlformats.org/drawingml/2006/main">
              <a:ext uri="{FF2B5EF4-FFF2-40B4-BE49-F238E27FC236}">
                <a16:creationId xmlns:a16="http://schemas.microsoft.com/office/drawing/2014/main" id="{F85BE668-3600-4BAB-A1D0-3A4F09D252C2}"/>
              </a:ext>
            </a:extLst>
          </p:cNvPr>
          <p:cNvSpPr>
            <a:spLocks xmlns:a="http://schemas.openxmlformats.org/drawingml/2006/main" noGrp="1"/>
          </p:cNvSpPr>
          <p:nvPr/>
        </p:nvSpPr>
        <p:spPr>
          <a:xfrm xmlns:a="http://schemas.openxmlformats.org/drawingml/2006/main">
            <a:off x="2857500" y="3686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xmlns:a="http://schemas.openxmlformats.org/drawingml/2006/main">
              <a:ext uri="{FF2B5EF4-FFF2-40B4-BE49-F238E27FC236}">
                <a16:creationId xmlns:a16="http://schemas.microsoft.com/office/drawing/2014/main" id="{C10214B7-1EE6-40E8-9BCB-FD21455C5D05}"/>
              </a:ext>
            </a:extLst>
          </p:cNvPr>
          <p:cNvSpPr>
            <a:spLocks xmlns:a="http://schemas.openxmlformats.org/drawingml/2006/main" noGrp="1"/>
          </p:cNvSpPr>
          <p:nvPr/>
        </p:nvSpPr>
        <p:spPr>
          <a:xfrm xmlns:a="http://schemas.openxmlformats.org/drawingml/2006/main">
            <a:off x="6667500" y="3686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xmlns:a="http://schemas.openxmlformats.org/drawingml/2006/main">
              <a:ext uri="{FF2B5EF4-FFF2-40B4-BE49-F238E27FC236}">
                <a16:creationId xmlns:a16="http://schemas.microsoft.com/office/drawing/2014/main" id="{3CCE2FF2-2616-4677-9ED4-879DA230DD53}"/>
              </a:ext>
            </a:extLst>
          </p:cNvPr>
          <p:cNvSpPr>
            <a:spLocks xmlns:a="http://schemas.openxmlformats.org/drawingml/2006/main" noGrp="1"/>
          </p:cNvSpPr>
          <p:nvPr/>
        </p:nvSpPr>
        <p:spPr>
          <a:xfrm xmlns:a="http://schemas.openxmlformats.org/drawingml/2006/main">
            <a:off x="9525000" y="3657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xmlns:a="http://schemas.openxmlformats.org/drawingml/2006/main">
              <a:ext uri="{FF2B5EF4-FFF2-40B4-BE49-F238E27FC236}">
                <a16:creationId xmlns:a16="http://schemas.microsoft.com/office/drawing/2014/main" id="{D8793115-1D30-436D-9AA1-C4A2510A2F1B}"/>
              </a:ext>
            </a:extLst>
          </p:cNvPr>
          <p:cNvSpPr>
            <a:spLocks xmlns:a="http://schemas.openxmlformats.org/drawingml/2006/main" noGrp="1"/>
          </p:cNvSpPr>
          <p:nvPr/>
        </p:nvSpPr>
        <p:spPr>
          <a:xfrm xmlns:a="http://schemas.openxmlformats.org/drawingml/2006/main">
            <a:off x="619125" y="4305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A473945-D547-4AD7-A6D1-E93DAB764961}"/>
              </a:ext>
            </a:extLst>
          </p:cNvPr>
          <p:cNvSpPr>
            <a:spLocks xmlns:a="http://schemas.openxmlformats.org/drawingml/2006/main" noGrp="1"/>
          </p:cNvSpPr>
          <p:nvPr/>
        </p:nvSpPr>
        <p:spPr>
          <a:xfrm xmlns:a="http://schemas.openxmlformats.org/drawingml/2006/main">
            <a:off x="619125" y="4648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4E9BEC"/>
                </a:solidFill>
                <a:latin typeface="Arial"/>
                <a:ea typeface="Arial"/>
                <a:cs typeface="Arial"/>
              </a:defRPr>
            </a:defPPr>
            <a:lvl1pPr algn="l">
              <a:buNone/>
              <a:defRPr sz="1725" b="1" i="0">
                <a:solidFill>
                  <a:srgbClr val="4E9BEC"/>
                </a:solidFill>
                <a:latin typeface="Arial"/>
                <a:ea typeface="Arial"/>
                <a:cs typeface="Arial"/>
              </a:defRPr>
            </a:lvl1pPr>
            <a:lvl2pPr algn="l">
              <a:buNone/>
              <a:defRPr sz="1725" b="1" i="0">
                <a:solidFill>
                  <a:srgbClr val="4E9BEC"/>
                </a:solidFill>
                <a:latin typeface="Arial"/>
                <a:ea typeface="Arial"/>
                <a:cs typeface="Arial"/>
              </a:defRPr>
            </a:lvl2pPr>
            <a:lvl3pPr algn="l">
              <a:buNone/>
              <a:defRPr sz="1725" b="1" i="0">
                <a:solidFill>
                  <a:srgbClr val="4E9BEC"/>
                </a:solidFill>
                <a:latin typeface="Arial"/>
                <a:ea typeface="Arial"/>
                <a:cs typeface="Arial"/>
              </a:defRPr>
            </a:lvl3pPr>
            <a:lvl4pPr algn="l">
              <a:buNone/>
              <a:defRPr sz="1725" b="1" i="0">
                <a:solidFill>
                  <a:srgbClr val="4E9BEC"/>
                </a:solidFill>
                <a:latin typeface="Arial"/>
                <a:ea typeface="Arial"/>
                <a:cs typeface="Arial"/>
              </a:defRPr>
            </a:lvl4pPr>
            <a:lvl5pPr algn="l">
              <a:buNone/>
              <a:defRPr sz="1725" b="1" i="0">
                <a:solidFill>
                  <a:srgbClr val="4E9BEC"/>
                </a:solidFill>
                <a:latin typeface="Arial"/>
                <a:ea typeface="Arial"/>
                <a:cs typeface="Arial"/>
              </a:defRPr>
            </a:lvl5pPr>
            <a:lvl6pPr algn="l">
              <a:buNone/>
              <a:defRPr sz="1725" b="1" i="0">
                <a:solidFill>
                  <a:srgbClr val="4E9BEC"/>
                </a:solidFill>
                <a:latin typeface="Arial"/>
                <a:ea typeface="Arial"/>
                <a:cs typeface="Arial"/>
              </a:defRPr>
            </a:lvl6pPr>
            <a:lvl7pPr algn="l">
              <a:buNone/>
              <a:defRPr sz="1725" b="1" i="0">
                <a:solidFill>
                  <a:srgbClr val="4E9BEC"/>
                </a:solidFill>
                <a:latin typeface="Arial"/>
                <a:ea typeface="Arial"/>
                <a:cs typeface="Arial"/>
              </a:defRPr>
            </a:lvl7pPr>
            <a:lvl8pPr algn="l">
              <a:buNone/>
              <a:defRPr sz="1725" b="1" i="0">
                <a:solidFill>
                  <a:srgbClr val="4E9BEC"/>
                </a:solidFill>
                <a:latin typeface="Arial"/>
                <a:ea typeface="Arial"/>
                <a:cs typeface="Arial"/>
              </a:defRPr>
            </a:lvl8pPr>
            <a:lvl9pPr algn="l">
              <a:buNone/>
              <a:defRPr sz="1725" b="1" i="0">
                <a:solidFill>
                  <a:srgbClr val="4E9BEC"/>
                </a:solidFill>
                <a:latin typeface="Arial"/>
                <a:ea typeface="Arial"/>
                <a:cs typeface="Arial"/>
              </a:defRPr>
            </a:lvl9pPr>
          </a:lstStyle>
          <a:p xmlns:a="http://schemas.openxmlformats.org/drawingml/2006/main">
            <a:pPr algn="l">
              <a:buNone/>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xmlns:a="http://schemas.openxmlformats.org/drawingml/2006/main">
              <a:ext uri="{FF2B5EF4-FFF2-40B4-BE49-F238E27FC236}">
                <a16:creationId xmlns:a16="http://schemas.microsoft.com/office/drawing/2014/main" id="{CC0F3B5C-A7F0-4FF9-B155-6CDFEEFA7F8E}"/>
              </a:ext>
            </a:extLst>
          </p:cNvPr>
          <p:cNvSpPr>
            <a:spLocks xmlns:a="http://schemas.openxmlformats.org/drawingml/2006/main" noGrp="1"/>
          </p:cNvSpPr>
          <p:nvPr/>
        </p:nvSpPr>
        <p:spPr>
          <a:xfrm xmlns:a="http://schemas.openxmlformats.org/drawingml/2006/main">
            <a:off x="2857500" y="4638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xmlns:a="http://schemas.openxmlformats.org/drawingml/2006/main">
              <a:ext uri="{FF2B5EF4-FFF2-40B4-BE49-F238E27FC236}">
                <a16:creationId xmlns:a16="http://schemas.microsoft.com/office/drawing/2014/main" id="{2E67947F-F13E-4E51-9BBC-97FA2D65322C}"/>
              </a:ext>
            </a:extLst>
          </p:cNvPr>
          <p:cNvSpPr>
            <a:spLocks xmlns:a="http://schemas.openxmlformats.org/drawingml/2006/main" noGrp="1"/>
          </p:cNvSpPr>
          <p:nvPr/>
        </p:nvSpPr>
        <p:spPr>
          <a:xfrm xmlns:a="http://schemas.openxmlformats.org/drawingml/2006/main">
            <a:off x="6667500" y="4638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xmlns:a="http://schemas.openxmlformats.org/drawingml/2006/main">
              <a:ext uri="{FF2B5EF4-FFF2-40B4-BE49-F238E27FC236}">
                <a16:creationId xmlns:a16="http://schemas.microsoft.com/office/drawing/2014/main" id="{553C81EE-D423-4E6B-BCA9-9F090823248C}"/>
              </a:ext>
            </a:extLst>
          </p:cNvPr>
          <p:cNvSpPr>
            <a:spLocks xmlns:a="http://schemas.openxmlformats.org/drawingml/2006/main" noGrp="1"/>
          </p:cNvSpPr>
          <p:nvPr/>
        </p:nvSpPr>
        <p:spPr>
          <a:xfrm xmlns:a="http://schemas.openxmlformats.org/drawingml/2006/main">
            <a:off x="9525000" y="4610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xmlns:a="http://schemas.openxmlformats.org/drawingml/2006/main">
              <a:ext uri="{FF2B5EF4-FFF2-40B4-BE49-F238E27FC236}">
                <a16:creationId xmlns:a16="http://schemas.microsoft.com/office/drawing/2014/main" id="{BBAB7161-A25A-49E3-AD40-904A743CEE85}"/>
              </a:ext>
            </a:extLst>
          </p:cNvPr>
          <p:cNvSpPr>
            <a:spLocks xmlns:a="http://schemas.openxmlformats.org/drawingml/2006/main" noGrp="1"/>
          </p:cNvSpPr>
          <p:nvPr/>
        </p:nvSpPr>
        <p:spPr>
          <a:xfrm xmlns:a="http://schemas.openxmlformats.org/drawingml/2006/main">
            <a:off x="619125" y="5638800"/>
            <a:ext cx="10906125" cy="552450"/>
          </a:xfrm>
          <a:prstGeom xmlns:a="http://schemas.openxmlformats.org/drawingml/2006/main" prst="roundRect">
            <a:avLst>
              <a:gd name="adj" fmla="val 13793"/>
            </a:avLst>
          </a:prstGeom>
          <a:solidFill xmlns:a="http://schemas.openxmlformats.org/drawingml/2006/main">
            <a:srgbClr val="FBECEB"/>
          </a:solidFill>
          <a:ln xmlns:a="http://schemas.openxmlformats.org/drawingml/2006/main" w="9525">
            <a:solidFill>
              <a:srgbClr val="E46760"/>
            </a:solidFill>
            <a:prstDash val="solid"/>
          </a:ln>
        </p:spPr>
      </p:sp>
      <p:sp>
        <p:nvSpPr>
          <p:cNvPr id="28" name="Rectangle 27">
            <a:extLst xmlns:a="http://schemas.openxmlformats.org/drawingml/2006/main">
              <a:ext uri="{FF2B5EF4-FFF2-40B4-BE49-F238E27FC236}">
                <a16:creationId xmlns:a16="http://schemas.microsoft.com/office/drawing/2014/main" id="{0DD5C94E-0C1B-434A-AEB4-4FD2E10F6232}"/>
              </a:ext>
            </a:extLst>
          </p:cNvPr>
          <p:cNvSpPr>
            <a:spLocks xmlns:a="http://schemas.openxmlformats.org/drawingml/2006/main" noGrp="1"/>
          </p:cNvSpPr>
          <p:nvPr/>
        </p:nvSpPr>
        <p:spPr>
          <a:xfrm xmlns:a="http://schemas.openxmlformats.org/drawingml/2006/main">
            <a:off x="866775" y="5772150"/>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80302B"/>
                </a:solidFill>
                <a:latin typeface="Arial"/>
                <a:ea typeface="Arial"/>
                <a:cs typeface="Arial"/>
              </a:defRPr>
            </a:defPPr>
            <a:lvl1pPr algn="ctr">
              <a:buNone/>
              <a:defRPr sz="1275" b="1" i="0">
                <a:solidFill>
                  <a:srgbClr val="80302B"/>
                </a:solidFill>
                <a:latin typeface="Arial"/>
                <a:ea typeface="Arial"/>
                <a:cs typeface="Arial"/>
              </a:defRPr>
            </a:lvl1pPr>
            <a:lvl2pPr algn="ctr">
              <a:buNone/>
              <a:defRPr sz="1275" b="1" i="0">
                <a:solidFill>
                  <a:srgbClr val="80302B"/>
                </a:solidFill>
                <a:latin typeface="Arial"/>
                <a:ea typeface="Arial"/>
                <a:cs typeface="Arial"/>
              </a:defRPr>
            </a:lvl2pPr>
            <a:lvl3pPr algn="ctr">
              <a:buNone/>
              <a:defRPr sz="1275" b="1" i="0">
                <a:solidFill>
                  <a:srgbClr val="80302B"/>
                </a:solidFill>
                <a:latin typeface="Arial"/>
                <a:ea typeface="Arial"/>
                <a:cs typeface="Arial"/>
              </a:defRPr>
            </a:lvl3pPr>
            <a:lvl4pPr algn="ctr">
              <a:buNone/>
              <a:defRPr sz="1275" b="1" i="0">
                <a:solidFill>
                  <a:srgbClr val="80302B"/>
                </a:solidFill>
                <a:latin typeface="Arial"/>
                <a:ea typeface="Arial"/>
                <a:cs typeface="Arial"/>
              </a:defRPr>
            </a:lvl4pPr>
            <a:lvl5pPr algn="ctr">
              <a:buNone/>
              <a:defRPr sz="1275" b="1" i="0">
                <a:solidFill>
                  <a:srgbClr val="80302B"/>
                </a:solidFill>
                <a:latin typeface="Arial"/>
                <a:ea typeface="Arial"/>
                <a:cs typeface="Arial"/>
              </a:defRPr>
            </a:lvl5pPr>
            <a:lvl6pPr algn="ctr">
              <a:buNone/>
              <a:defRPr sz="1275" b="1" i="0">
                <a:solidFill>
                  <a:srgbClr val="80302B"/>
                </a:solidFill>
                <a:latin typeface="Arial"/>
                <a:ea typeface="Arial"/>
                <a:cs typeface="Arial"/>
              </a:defRPr>
            </a:lvl6pPr>
            <a:lvl7pPr algn="ctr">
              <a:buNone/>
              <a:defRPr sz="1275" b="1" i="0">
                <a:solidFill>
                  <a:srgbClr val="80302B"/>
                </a:solidFill>
                <a:latin typeface="Arial"/>
                <a:ea typeface="Arial"/>
                <a:cs typeface="Arial"/>
              </a:defRPr>
            </a:lvl7pPr>
            <a:lvl8pPr algn="ctr">
              <a:buNone/>
              <a:defRPr sz="1275" b="1" i="0">
                <a:solidFill>
                  <a:srgbClr val="80302B"/>
                </a:solidFill>
                <a:latin typeface="Arial"/>
                <a:ea typeface="Arial"/>
                <a:cs typeface="Arial"/>
              </a:defRPr>
            </a:lvl8pPr>
            <a:lvl9pPr algn="ctr">
              <a:buNone/>
              <a:defRPr sz="1275" b="1" i="0">
                <a:solidFill>
                  <a:srgbClr val="80302B"/>
                </a:solidFill>
                <a:latin typeface="Arial"/>
                <a:ea typeface="Arial"/>
                <a:cs typeface="Arial"/>
              </a:defRPr>
            </a:lvl9pPr>
          </a:lstStyle>
          <a:p xmlns:a="http://schemas.openxmlformats.org/drawingml/2006/main">
            <a:pPr algn="ctr">
              <a:buNone/>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1F857F7-91B5-4D59-A5E0-BA3EC80171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E638D82-946E-4488-9340-FE5B0B22F4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3C957B4-3568-4BE3-8A97-7EDAAEDB4F8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xmlns:a="http://schemas.openxmlformats.org/drawingml/2006/main">
              <a:ext uri="{FF2B5EF4-FFF2-40B4-BE49-F238E27FC236}">
                <a16:creationId xmlns:a16="http://schemas.microsoft.com/office/drawing/2014/main" id="{0D8CA513-A531-46AB-B8D0-0033BB717F4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xmlns:a="http://schemas.openxmlformats.org/drawingml/2006/main">
              <a:ext uri="{FF2B5EF4-FFF2-40B4-BE49-F238E27FC236}">
                <a16:creationId xmlns:a16="http://schemas.microsoft.com/office/drawing/2014/main" id="{FDEF26D6-BAA3-46BF-B45E-B4C1B98E72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xmlns:a="http://schemas.openxmlformats.org/drawingml/2006/main">
              <a:ext uri="{FF2B5EF4-FFF2-40B4-BE49-F238E27FC236}">
                <a16:creationId xmlns:a16="http://schemas.microsoft.com/office/drawing/2014/main" id="{5F4517DB-FA1B-4E9F-8F8F-C6395488C40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Design and structure review in one workspace</a:t>
            </a:r>
          </a:p>
        </p:txBody>
      </p:sp>
      <p:sp>
        <p:nvSpPr>
          <p:cNvPr id="7" name="Rectangle 6">
            <a:extLst xmlns:a="http://schemas.openxmlformats.org/drawingml/2006/main">
              <a:ext uri="{FF2B5EF4-FFF2-40B4-BE49-F238E27FC236}">
                <a16:creationId xmlns:a16="http://schemas.microsoft.com/office/drawing/2014/main" id="{4A97C0B0-90E9-4CCC-A570-70BB5865A1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xmlns:a="http://schemas.openxmlformats.org/drawingml/2006/main">
              <a:ext uri="{FF2B5EF4-FFF2-40B4-BE49-F238E27FC236}">
                <a16:creationId xmlns:a16="http://schemas.microsoft.com/office/drawing/2014/main" id="{F354E192-0F9B-433D-BE43-A40129AE6031}"/>
              </a:ext>
            </a:extLst>
          </p:cNvPr>
          <p:cNvPicPr>
            <a:picLocks xmlns:a="http://schemas.openxmlformats.org/drawingml/2006/main" noChangeAspect="1"/>
          </p:cNvPicPr>
          <p:nvPr/>
        </p:nvPicPr>
        <p:blipFill>
          <a:blip xmlns:r="http://schemas.openxmlformats.org/officeDocument/2006/relationships" xmlns:a="http://schemas.openxmlformats.org/drawingml/2006/main" r:embed="R9a168e95b5ff4e36"/>
          <a:stretch xmlns:a="http://schemas.openxmlformats.org/drawingml/2006/main"/>
        </p:blipFill>
        <p:spPr>
          <a:xfrm xmlns:a="http://schemas.openxmlformats.org/drawingml/2006/main">
            <a:off x="2476500" y="1504950"/>
            <a:ext cx="7239000" cy="4524375"/>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C93C6C6A-FF7A-49D8-A1CE-FDB3C197C3F1}"/>
              </a:ext>
            </a:extLst>
          </p:cNvPr>
          <p:cNvSpPr>
            <a:spLocks xmlns:a="http://schemas.openxmlformats.org/drawingml/2006/main" noGrp="1"/>
          </p:cNvSpPr>
          <p:nvPr/>
        </p:nvSpPr>
        <p:spPr>
          <a:xfrm xmlns:a="http://schemas.openxmlformats.org/drawingml/2006/main">
            <a:off x="2676525" y="1771650"/>
            <a:ext cx="285750" cy="285750"/>
          </a:xfrm>
          <a:prstGeom xmlns:a="http://schemas.openxmlformats.org/drawingml/2006/main" prst="ellipse">
            <a:avLst/>
          </a:prstGeom>
          <a:solidFill xmlns:a="http://schemas.openxmlformats.org/drawingml/2006/main">
            <a:srgbClr val="3FC6D6"/>
          </a:solidFill>
          <a:ln xmlns:a="http://schemas.openxmlformats.org/drawingml/2006/main" w="9525">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86672D2A-E61F-4BFA-93AC-0FBDBB52C26A}"/>
              </a:ext>
            </a:extLst>
          </p:cNvPr>
          <p:cNvSpPr>
            <a:spLocks xmlns:a="http://schemas.openxmlformats.org/drawingml/2006/main" noGrp="1"/>
          </p:cNvSpPr>
          <p:nvPr/>
        </p:nvSpPr>
        <p:spPr>
          <a:xfrm xmlns:a="http://schemas.openxmlformats.org/drawingml/2006/main">
            <a:off x="2676525" y="18002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xmlns:a="http://schemas.openxmlformats.org/drawingml/2006/main">
              <a:ext uri="{FF2B5EF4-FFF2-40B4-BE49-F238E27FC236}">
                <a16:creationId xmlns:a16="http://schemas.microsoft.com/office/drawing/2014/main" id="{CE22FC6A-70B6-47C2-A783-8D0156C14725}"/>
              </a:ext>
            </a:extLst>
          </p:cNvPr>
          <p:cNvSpPr>
            <a:spLocks xmlns:a="http://schemas.openxmlformats.org/drawingml/2006/main" noGrp="1"/>
          </p:cNvSpPr>
          <p:nvPr/>
        </p:nvSpPr>
        <p:spPr>
          <a:xfrm xmlns:a="http://schemas.openxmlformats.org/drawingml/2006/main">
            <a:off x="5953125" y="2009775"/>
            <a:ext cx="285750" cy="285750"/>
          </a:xfrm>
          <a:prstGeom xmlns:a="http://schemas.openxmlformats.org/drawingml/2006/main" prst="ellipse">
            <a:avLst/>
          </a:prstGeom>
          <a:solidFill xmlns:a="http://schemas.openxmlformats.org/drawingml/2006/main">
            <a:srgbClr val="E84AAB"/>
          </a:solidFill>
          <a:ln xmlns:a="http://schemas.openxmlformats.org/drawingml/2006/main" w="9525">
            <a:solidFill>
              <a:srgbClr val="FFFFFF"/>
            </a:solidFill>
            <a:prstDash val="solid"/>
          </a:ln>
        </p:spPr>
      </p:sp>
      <p:sp>
        <p:nvSpPr>
          <p:cNvPr id="12" name="Rectangle 11">
            <a:extLst xmlns:a="http://schemas.openxmlformats.org/drawingml/2006/main">
              <a:ext uri="{FF2B5EF4-FFF2-40B4-BE49-F238E27FC236}">
                <a16:creationId xmlns:a16="http://schemas.microsoft.com/office/drawing/2014/main" id="{B978D5E0-04D1-4614-ACAB-9AA756550696}"/>
              </a:ext>
            </a:extLst>
          </p:cNvPr>
          <p:cNvSpPr>
            <a:spLocks xmlns:a="http://schemas.openxmlformats.org/drawingml/2006/main" noGrp="1"/>
          </p:cNvSpPr>
          <p:nvPr/>
        </p:nvSpPr>
        <p:spPr>
          <a:xfrm xmlns:a="http://schemas.openxmlformats.org/drawingml/2006/main">
            <a:off x="5953125" y="20383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xmlns:a="http://schemas.openxmlformats.org/drawingml/2006/main">
              <a:ext uri="{FF2B5EF4-FFF2-40B4-BE49-F238E27FC236}">
                <a16:creationId xmlns:a16="http://schemas.microsoft.com/office/drawing/2014/main" id="{910142A8-9579-41CB-9ABD-23973A0321A3}"/>
              </a:ext>
            </a:extLst>
          </p:cNvPr>
          <p:cNvSpPr>
            <a:spLocks xmlns:a="http://schemas.openxmlformats.org/drawingml/2006/main" noGrp="1"/>
          </p:cNvSpPr>
          <p:nvPr/>
        </p:nvSpPr>
        <p:spPr>
          <a:xfrm xmlns:a="http://schemas.openxmlformats.org/drawingml/2006/main">
            <a:off x="9467850" y="2600325"/>
            <a:ext cx="285750" cy="285750"/>
          </a:xfrm>
          <a:prstGeom xmlns:a="http://schemas.openxmlformats.org/drawingml/2006/main" prst="ellipse">
            <a:avLst/>
          </a:prstGeom>
          <a:solidFill xmlns:a="http://schemas.openxmlformats.org/drawingml/2006/main">
            <a:srgbClr val="4E9BEC"/>
          </a:solidFill>
          <a:ln xmlns:a="http://schemas.openxmlformats.org/drawingml/2006/main" w="9525">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E0E2B5D4-4B3E-4567-8F27-7987DE5E910E}"/>
              </a:ext>
            </a:extLst>
          </p:cNvPr>
          <p:cNvSpPr>
            <a:spLocks xmlns:a="http://schemas.openxmlformats.org/drawingml/2006/main" noGrp="1"/>
          </p:cNvSpPr>
          <p:nvPr/>
        </p:nvSpPr>
        <p:spPr>
          <a:xfrm xmlns:a="http://schemas.openxmlformats.org/drawingml/2006/main">
            <a:off x="9467850" y="26289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111EE5F1-C1AF-4089-93A2-87C496545E8F}"/>
              </a:ext>
            </a:extLst>
          </p:cNvPr>
          <p:cNvSpPr>
            <a:spLocks xmlns:a="http://schemas.openxmlformats.org/drawingml/2006/main" noGrp="1"/>
          </p:cNvSpPr>
          <p:nvPr/>
        </p:nvSpPr>
        <p:spPr>
          <a:xfrm xmlns:a="http://schemas.openxmlformats.org/drawingml/2006/main">
            <a:off x="2495550" y="61341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xmlns:a="http://schemas.openxmlformats.org/drawingml/2006/main">
              <a:ext uri="{FF2B5EF4-FFF2-40B4-BE49-F238E27FC236}">
                <a16:creationId xmlns:a16="http://schemas.microsoft.com/office/drawing/2014/main" id="{0D697370-4698-4BFB-B855-C7266905C028}"/>
              </a:ext>
            </a:extLst>
          </p:cNvPr>
          <p:cNvSpPr>
            <a:spLocks xmlns:a="http://schemas.openxmlformats.org/drawingml/2006/main" noGrp="1"/>
          </p:cNvSpPr>
          <p:nvPr/>
        </p:nvSpPr>
        <p:spPr>
          <a:xfrm xmlns:a="http://schemas.openxmlformats.org/drawingml/2006/main">
            <a:off x="5095875" y="61341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ctr">
              <a:defRPr sz="1125" b="1" i="0">
                <a:solidFill>
                  <a:srgbClr val="E84AAB"/>
                </a:solidFill>
                <a:latin typeface="Arial"/>
                <a:ea typeface="Arial"/>
                <a:cs typeface="Arial"/>
              </a:defRPr>
            </a:defPPr>
            <a:lvl1pPr algn="ctr">
              <a:buNone/>
              <a:defRPr sz="1125" b="1" i="0">
                <a:solidFill>
                  <a:srgbClr val="E84AAB"/>
                </a:solidFill>
                <a:latin typeface="Arial"/>
                <a:ea typeface="Arial"/>
                <a:cs typeface="Arial"/>
              </a:defRPr>
            </a:lvl1pPr>
            <a:lvl2pPr algn="ctr">
              <a:buNone/>
              <a:defRPr sz="1125" b="1" i="0">
                <a:solidFill>
                  <a:srgbClr val="E84AAB"/>
                </a:solidFill>
                <a:latin typeface="Arial"/>
                <a:ea typeface="Arial"/>
                <a:cs typeface="Arial"/>
              </a:defRPr>
            </a:lvl2pPr>
            <a:lvl3pPr algn="ctr">
              <a:buNone/>
              <a:defRPr sz="1125" b="1" i="0">
                <a:solidFill>
                  <a:srgbClr val="E84AAB"/>
                </a:solidFill>
                <a:latin typeface="Arial"/>
                <a:ea typeface="Arial"/>
                <a:cs typeface="Arial"/>
              </a:defRPr>
            </a:lvl3pPr>
            <a:lvl4pPr algn="ctr">
              <a:buNone/>
              <a:defRPr sz="1125" b="1" i="0">
                <a:solidFill>
                  <a:srgbClr val="E84AAB"/>
                </a:solidFill>
                <a:latin typeface="Arial"/>
                <a:ea typeface="Arial"/>
                <a:cs typeface="Arial"/>
              </a:defRPr>
            </a:lvl4pPr>
            <a:lvl5pPr algn="ctr">
              <a:buNone/>
              <a:defRPr sz="1125" b="1" i="0">
                <a:solidFill>
                  <a:srgbClr val="E84AAB"/>
                </a:solidFill>
                <a:latin typeface="Arial"/>
                <a:ea typeface="Arial"/>
                <a:cs typeface="Arial"/>
              </a:defRPr>
            </a:lvl5pPr>
            <a:lvl6pPr algn="ctr">
              <a:buNone/>
              <a:defRPr sz="1125" b="1" i="0">
                <a:solidFill>
                  <a:srgbClr val="E84AAB"/>
                </a:solidFill>
                <a:latin typeface="Arial"/>
                <a:ea typeface="Arial"/>
                <a:cs typeface="Arial"/>
              </a:defRPr>
            </a:lvl6pPr>
            <a:lvl7pPr algn="ctr">
              <a:buNone/>
              <a:defRPr sz="1125" b="1" i="0">
                <a:solidFill>
                  <a:srgbClr val="E84AAB"/>
                </a:solidFill>
                <a:latin typeface="Arial"/>
                <a:ea typeface="Arial"/>
                <a:cs typeface="Arial"/>
              </a:defRPr>
            </a:lvl7pPr>
            <a:lvl8pPr algn="ctr">
              <a:buNone/>
              <a:defRPr sz="1125" b="1" i="0">
                <a:solidFill>
                  <a:srgbClr val="E84AAB"/>
                </a:solidFill>
                <a:latin typeface="Arial"/>
                <a:ea typeface="Arial"/>
                <a:cs typeface="Arial"/>
              </a:defRPr>
            </a:lvl8pPr>
            <a:lvl9pPr algn="ctr">
              <a:buNone/>
              <a:defRPr sz="1125" b="1" i="0">
                <a:solidFill>
                  <a:srgbClr val="E84AAB"/>
                </a:solidFill>
                <a:latin typeface="Arial"/>
                <a:ea typeface="Arial"/>
                <a:cs typeface="Arial"/>
              </a:defRPr>
            </a:lvl9pPr>
          </a:lstStyle>
          <a:p xmlns:a="http://schemas.openxmlformats.org/drawingml/2006/main">
            <a:pPr algn="ctr">
              <a:buNone/>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xmlns:a="http://schemas.openxmlformats.org/drawingml/2006/main">
              <a:ext uri="{FF2B5EF4-FFF2-40B4-BE49-F238E27FC236}">
                <a16:creationId xmlns:a16="http://schemas.microsoft.com/office/drawing/2014/main" id="{BF8DC555-BBA8-4380-8BA8-5F9F078C0A56}"/>
              </a:ext>
            </a:extLst>
          </p:cNvPr>
          <p:cNvSpPr>
            <a:spLocks xmlns:a="http://schemas.openxmlformats.org/drawingml/2006/main" noGrp="1"/>
          </p:cNvSpPr>
          <p:nvPr/>
        </p:nvSpPr>
        <p:spPr>
          <a:xfrm xmlns:a="http://schemas.openxmlformats.org/drawingml/2006/main">
            <a:off x="7810500" y="61341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1" i="0">
                <a:solidFill>
                  <a:srgbClr val="4E9BEC"/>
                </a:solidFill>
                <a:latin typeface="Arial"/>
                <a:ea typeface="Arial"/>
                <a:cs typeface="Arial"/>
              </a:defRPr>
            </a:defPPr>
            <a:lvl1pPr algn="r">
              <a:buNone/>
              <a:defRPr sz="1125" b="1" i="0">
                <a:solidFill>
                  <a:srgbClr val="4E9BEC"/>
                </a:solidFill>
                <a:latin typeface="Arial"/>
                <a:ea typeface="Arial"/>
                <a:cs typeface="Arial"/>
              </a:defRPr>
            </a:lvl1pPr>
            <a:lvl2pPr algn="r">
              <a:buNone/>
              <a:defRPr sz="1125" b="1" i="0">
                <a:solidFill>
                  <a:srgbClr val="4E9BEC"/>
                </a:solidFill>
                <a:latin typeface="Arial"/>
                <a:ea typeface="Arial"/>
                <a:cs typeface="Arial"/>
              </a:defRPr>
            </a:lvl2pPr>
            <a:lvl3pPr algn="r">
              <a:buNone/>
              <a:defRPr sz="1125" b="1" i="0">
                <a:solidFill>
                  <a:srgbClr val="4E9BEC"/>
                </a:solidFill>
                <a:latin typeface="Arial"/>
                <a:ea typeface="Arial"/>
                <a:cs typeface="Arial"/>
              </a:defRPr>
            </a:lvl3pPr>
            <a:lvl4pPr algn="r">
              <a:buNone/>
              <a:defRPr sz="1125" b="1" i="0">
                <a:solidFill>
                  <a:srgbClr val="4E9BEC"/>
                </a:solidFill>
                <a:latin typeface="Arial"/>
                <a:ea typeface="Arial"/>
                <a:cs typeface="Arial"/>
              </a:defRPr>
            </a:lvl4pPr>
            <a:lvl5pPr algn="r">
              <a:buNone/>
              <a:defRPr sz="1125" b="1" i="0">
                <a:solidFill>
                  <a:srgbClr val="4E9BEC"/>
                </a:solidFill>
                <a:latin typeface="Arial"/>
                <a:ea typeface="Arial"/>
                <a:cs typeface="Arial"/>
              </a:defRPr>
            </a:lvl5pPr>
            <a:lvl6pPr algn="r">
              <a:buNone/>
              <a:defRPr sz="1125" b="1" i="0">
                <a:solidFill>
                  <a:srgbClr val="4E9BEC"/>
                </a:solidFill>
                <a:latin typeface="Arial"/>
                <a:ea typeface="Arial"/>
                <a:cs typeface="Arial"/>
              </a:defRPr>
            </a:lvl6pPr>
            <a:lvl7pPr algn="r">
              <a:buNone/>
              <a:defRPr sz="1125" b="1" i="0">
                <a:solidFill>
                  <a:srgbClr val="4E9BEC"/>
                </a:solidFill>
                <a:latin typeface="Arial"/>
                <a:ea typeface="Arial"/>
                <a:cs typeface="Arial"/>
              </a:defRPr>
            </a:lvl7pPr>
            <a:lvl8pPr algn="r">
              <a:buNone/>
              <a:defRPr sz="1125" b="1" i="0">
                <a:solidFill>
                  <a:srgbClr val="4E9BEC"/>
                </a:solidFill>
                <a:latin typeface="Arial"/>
                <a:ea typeface="Arial"/>
                <a:cs typeface="Arial"/>
              </a:defRPr>
            </a:lvl8pPr>
            <a:lvl9pPr algn="r">
              <a:buNone/>
              <a:defRPr sz="1125" b="1" i="0">
                <a:solidFill>
                  <a:srgbClr val="4E9BEC"/>
                </a:solidFill>
                <a:latin typeface="Arial"/>
                <a:ea typeface="Arial"/>
                <a:cs typeface="Arial"/>
              </a:defRPr>
            </a:lvl9pPr>
          </a:lstStyle>
          <a:p xmlns:a="http://schemas.openxmlformats.org/drawingml/2006/main">
            <a:pPr algn="r">
              <a:buNone/>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1F1F165-EE92-4EE8-A313-BAD4313D19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718170-33DD-4B47-9143-969D91F8745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87A733D-01D0-41CE-BC12-9F4240C1709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xmlns:a="http://schemas.openxmlformats.org/drawingml/2006/main">
              <a:ext uri="{FF2B5EF4-FFF2-40B4-BE49-F238E27FC236}">
                <a16:creationId xmlns:a16="http://schemas.microsoft.com/office/drawing/2014/main" id="{9D7CF9A3-1754-4063-B6DA-989690B0174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xmlns:a="http://schemas.openxmlformats.org/drawingml/2006/main">
              <a:ext uri="{FF2B5EF4-FFF2-40B4-BE49-F238E27FC236}">
                <a16:creationId xmlns:a16="http://schemas.microsoft.com/office/drawing/2014/main" id="{1614411C-76B1-4D1C-ACD0-611EF6EFCE6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xmlns:a="http://schemas.openxmlformats.org/drawingml/2006/main">
              <a:ext uri="{FF2B5EF4-FFF2-40B4-BE49-F238E27FC236}">
                <a16:creationId xmlns:a16="http://schemas.microsoft.com/office/drawing/2014/main" id="{5E502A6A-22AA-4589-A12F-8781457823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a:t>
            </a:r>
          </a:p>
        </p:txBody>
      </p:sp>
      <p:sp>
        <p:nvSpPr>
          <p:cNvPr id="7" name="Rectangle 6">
            <a:extLst xmlns:a="http://schemas.openxmlformats.org/drawingml/2006/main">
              <a:ext uri="{FF2B5EF4-FFF2-40B4-BE49-F238E27FC236}">
                <a16:creationId xmlns:a16="http://schemas.microsoft.com/office/drawing/2014/main" id="{B0D2676C-ED4A-4541-AE7D-C7955DDA387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xmlns:a="http://schemas.openxmlformats.org/drawingml/2006/main">
              <a:ext uri="{FF2B5EF4-FFF2-40B4-BE49-F238E27FC236}">
                <a16:creationId xmlns:a16="http://schemas.microsoft.com/office/drawing/2014/main" id="{C522D18D-99AC-488C-BA33-443A619C716A}"/>
              </a:ext>
            </a:extLst>
          </p:cNvPr>
          <p:cNvGraphicFramePr/>
          <p:nvPr/>
        </p:nvGraphicFramePr>
        <p:xfrm>
          <a:off xmlns:a="http://schemas.openxmlformats.org/drawingml/2006/main" x="552450" y="1619250"/>
          <a:ext xmlns:a="http://schemas.openxmlformats.org/drawingml/2006/main" cx="11087100" cy="3848100"/>
        </p:xfrm>
        <a:graphic xmlns:a="http://schemas.openxmlformats.org/drawingml/2006/main">
          <a:graphicData uri="http://schemas.openxmlformats.org/drawingml/2006/table">
            <a:tbl>
              <a:tblPr/>
              <a:tblGrid>
                <a:gridCol w="5257800"/>
                <a:gridCol w="5829300"/>
              </a:tblGrid>
              <a:tr h="549729">
                <a:tc>
                  <a:txBody>
                    <a:bodyPr/>
                    <a:lstStyle/>
                    <a:p>
                      <a:r>
                        <a:rPr sz="1125" b="1">
                          <a:solidFill>
                            <a:srgbClr val="FFFFFF"/>
                          </a:solidFill>
                          <a:latin typeface="Arial"/>
                          <a:ea typeface="Arial"/>
                          <a:cs typeface="Arial"/>
                        </a:rPr>
                        <a:t>Implemented / verified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tr>
              <a:tr h="549729">
                <a:tc>
                  <a:txBody>
                    <a:bodyPr/>
                    <a:lstStyle/>
                    <a:p>
                      <a:r>
                        <a:rPr sz="975">
                          <a:solidFill>
                            <a:srgbClr val="F4F7F5"/>
                          </a:solidFill>
                          <a:latin typeface="Arial"/>
                          <a:ea typeface="Arial"/>
                          <a:cs typeface="Arial"/>
                        </a:rPr>
                        <a:t>Exact-sequence full-chain prediction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pLDDT, PAE, pTM ingestion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Domain RMSD and protected-site screen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Versioned schemas and checksummed bundle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Durable detached pipelines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Tauri / Windows research interface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5FAC8D33-8BB3-4D68-8D14-34729A0813E4}"/>
              </a:ext>
            </a:extLst>
          </p:cNvPr>
          <p:cNvSpPr>
            <a:spLocks xmlns:a="http://schemas.openxmlformats.org/drawingml/2006/main" noGrp="1"/>
          </p:cNvSpPr>
          <p:nvPr/>
        </p:nvSpPr>
        <p:spPr>
          <a:xfrm xmlns:a="http://schemas.openxmlformats.org/drawingml/2006/main">
            <a:off x="552450" y="5667375"/>
            <a:ext cx="11087100" cy="561975"/>
          </a:xfrm>
          <a:prstGeom xmlns:a="http://schemas.openxmlformats.org/drawingml/2006/main" prst="roundRect">
            <a:avLst>
              <a:gd name="adj" fmla="val 13559"/>
            </a:avLst>
          </a:prstGeom>
          <a:solidFill xmlns:a="http://schemas.openxmlformats.org/drawingml/2006/main">
            <a:srgbClr val="102720"/>
          </a:solidFill>
          <a:ln xmlns:a="http://schemas.openxmlformats.org/drawingml/2006/main" w="0">
            <a:solidFill>
              <a:srgbClr val="102720"/>
            </a:solidFill>
            <a:prstDash val="solid"/>
          </a:ln>
        </p:spPr>
      </p:sp>
      <p:sp>
        <p:nvSpPr>
          <p:cNvPr id="10" name="Rectangle 9">
            <a:extLst xmlns:a="http://schemas.openxmlformats.org/drawingml/2006/main">
              <a:ext uri="{FF2B5EF4-FFF2-40B4-BE49-F238E27FC236}">
                <a16:creationId xmlns:a16="http://schemas.microsoft.com/office/drawing/2014/main" id="{0943107B-E430-4F8B-9FDD-92D601EE94DB}"/>
              </a:ext>
            </a:extLst>
          </p:cNvPr>
          <p:cNvSpPr>
            <a:spLocks xmlns:a="http://schemas.openxmlformats.org/drawingml/2006/main" noGrp="1"/>
          </p:cNvSpPr>
          <p:nvPr/>
        </p:nvSpPr>
        <p:spPr>
          <a:xfrm xmlns:a="http://schemas.openxmlformats.org/drawingml/2006/main">
            <a:off x="790575" y="579120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FFFFFF"/>
                </a:solidFill>
                <a:latin typeface="Arial"/>
                <a:ea typeface="Arial"/>
                <a:cs typeface="Arial"/>
              </a:defRPr>
            </a:defPPr>
            <a:lvl1pPr algn="ctr">
              <a:buNone/>
              <a:defRPr sz="1275" b="1" i="0">
                <a:solidFill>
                  <a:srgbClr val="FFFFFF"/>
                </a:solidFill>
                <a:latin typeface="Arial"/>
                <a:ea typeface="Arial"/>
                <a:cs typeface="Arial"/>
              </a:defRPr>
            </a:lvl1pPr>
            <a:lvl2pPr algn="ctr">
              <a:buNone/>
              <a:defRPr sz="1275" b="1" i="0">
                <a:solidFill>
                  <a:srgbClr val="FFFFFF"/>
                </a:solidFill>
                <a:latin typeface="Arial"/>
                <a:ea typeface="Arial"/>
                <a:cs typeface="Arial"/>
              </a:defRPr>
            </a:lvl2pPr>
            <a:lvl3pPr algn="ctr">
              <a:buNone/>
              <a:defRPr sz="1275" b="1" i="0">
                <a:solidFill>
                  <a:srgbClr val="FFFFFF"/>
                </a:solidFill>
                <a:latin typeface="Arial"/>
                <a:ea typeface="Arial"/>
                <a:cs typeface="Arial"/>
              </a:defRPr>
            </a:lvl3pPr>
            <a:lvl4pPr algn="ctr">
              <a:buNone/>
              <a:defRPr sz="1275" b="1" i="0">
                <a:solidFill>
                  <a:srgbClr val="FFFFFF"/>
                </a:solidFill>
                <a:latin typeface="Arial"/>
                <a:ea typeface="Arial"/>
                <a:cs typeface="Arial"/>
              </a:defRPr>
            </a:lvl4pPr>
            <a:lvl5pPr algn="ctr">
              <a:buNone/>
              <a:defRPr sz="1275" b="1" i="0">
                <a:solidFill>
                  <a:srgbClr val="FFFFFF"/>
                </a:solidFill>
                <a:latin typeface="Arial"/>
                <a:ea typeface="Arial"/>
                <a:cs typeface="Arial"/>
              </a:defRPr>
            </a:lvl5pPr>
            <a:lvl6pPr algn="ctr">
              <a:buNone/>
              <a:defRPr sz="1275" b="1" i="0">
                <a:solidFill>
                  <a:srgbClr val="FFFFFF"/>
                </a:solidFill>
                <a:latin typeface="Arial"/>
                <a:ea typeface="Arial"/>
                <a:cs typeface="Arial"/>
              </a:defRPr>
            </a:lvl6pPr>
            <a:lvl7pPr algn="ctr">
              <a:buNone/>
              <a:defRPr sz="1275" b="1" i="0">
                <a:solidFill>
                  <a:srgbClr val="FFFFFF"/>
                </a:solidFill>
                <a:latin typeface="Arial"/>
                <a:ea typeface="Arial"/>
                <a:cs typeface="Arial"/>
              </a:defRPr>
            </a:lvl7pPr>
            <a:lvl8pPr algn="ctr">
              <a:buNone/>
              <a:defRPr sz="1275" b="1" i="0">
                <a:solidFill>
                  <a:srgbClr val="FFFFFF"/>
                </a:solidFill>
                <a:latin typeface="Arial"/>
                <a:ea typeface="Arial"/>
                <a:cs typeface="Arial"/>
              </a:defRPr>
            </a:lvl8pPr>
            <a:lvl9pPr algn="ctr">
              <a:buNone/>
              <a:defRPr sz="1275" b="1" i="0">
                <a:solidFill>
                  <a:srgbClr val="FFFFFF"/>
                </a:solidFill>
                <a:latin typeface="Arial"/>
                <a:ea typeface="Arial"/>
                <a:cs typeface="Arial"/>
              </a:defRPr>
            </a:lvl9pPr>
          </a:lstStyle>
          <a:p xmlns:a="http://schemas.openxmlformats.org/drawingml/2006/main">
            <a:pPr algn="ctr">
              <a:buNone/>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39E19AD-33B3-401E-9C5E-C84F7BAB686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7F00C2-796B-43CE-AEAE-A00A9F6AD47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068F26CA-E326-45A5-ADD8-0D3B170661B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A32E8233-B9A0-428C-900C-C5591819EC9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Public-sequence panel manifest + versioned comparison schema; protected labels were not read</a:t>
            </a:r>
          </a:p>
        </p:txBody>
      </p:sp>
      <p:sp>
        <p:nvSpPr>
          <p:cNvPr id="5" name="">
            <a:extLst xmlns:a="http://schemas.openxmlformats.org/drawingml/2006/main">
              <a:ext uri="{FF2B5EF4-FFF2-40B4-BE49-F238E27FC236}">
                <a16:creationId xmlns:a16="http://schemas.microsoft.com/office/drawing/2014/main" id="{F32C59F8-640A-4024-BE71-D8D5D8D7FF5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23</a:t>
            </a:r>
          </a:p>
        </p:txBody>
      </p:sp>
      <p:sp>
        <p:nvSpPr>
          <p:cNvPr id="6" name="">
            <a:extLst xmlns:a="http://schemas.openxmlformats.org/drawingml/2006/main">
              <a:ext uri="{FF2B5EF4-FFF2-40B4-BE49-F238E27FC236}">
                <a16:creationId xmlns:a16="http://schemas.microsoft.com/office/drawing/2014/main" id="{7F49D2C6-B45B-4FF4-AB93-52CE7C451CB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run design and verification gates</a:t>
            </a:r>
          </a:p>
        </p:txBody>
      </p:sp>
      <p:sp>
        <p:nvSpPr>
          <p:cNvPr id="7" name="">
            <a:extLst xmlns:a="http://schemas.openxmlformats.org/drawingml/2006/main">
              <a:ext uri="{FF2B5EF4-FFF2-40B4-BE49-F238E27FC236}">
                <a16:creationId xmlns:a16="http://schemas.microsoft.com/office/drawing/2014/main" id="{A21F575C-A3A9-46B7-B9E6-9DD15CBAA59E}"/>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Matched settings across three short public domain pairs; every linker-containing condition is retained</a:t>
            </a:r>
          </a:p>
        </p:txBody>
      </p:sp>
      <p:sp>
        <p:nvSpPr>
          <p:cNvPr id="8" name="">
            <a:extLst xmlns:a="http://schemas.openxmlformats.org/drawingml/2006/main">
              <a:ext uri="{FF2B5EF4-FFF2-40B4-BE49-F238E27FC236}">
                <a16:creationId xmlns:a16="http://schemas.microsoft.com/office/drawing/2014/main" id="{628F08B9-4D53-47DB-9933-07EE7224E672}"/>
              </a:ext>
            </a:extLst>
          </p:cNvPr>
          <p:cNvSpPr>
            <a:spLocks xmlns:a="http://schemas.openxmlformats.org/drawingml/2006/main" noGrp="1"/>
          </p:cNvSpPr>
          <p:nvPr/>
        </p:nvSpPr>
        <p:spPr>
          <a:xfrm xmlns:a="http://schemas.openxmlformats.org/drawingml/2006/main">
            <a:off x="51435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3DCC9B0B-EB6C-43E1-BF20-9196DF508955}"/>
              </a:ext>
            </a:extLst>
          </p:cNvPr>
          <p:cNvSpPr>
            <a:spLocks xmlns:a="http://schemas.openxmlformats.org/drawingml/2006/main" noGrp="1"/>
          </p:cNvSpPr>
          <p:nvPr/>
        </p:nvSpPr>
        <p:spPr>
          <a:xfrm xmlns:a="http://schemas.openxmlformats.org/drawingml/2006/main">
            <a:off x="514350" y="17716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4EA866D-84DC-4D24-8EA3-F4BECAC97165}"/>
              </a:ext>
            </a:extLst>
          </p:cNvPr>
          <p:cNvSpPr>
            <a:spLocks xmlns:a="http://schemas.openxmlformats.org/drawingml/2006/main" noGrp="1"/>
          </p:cNvSpPr>
          <p:nvPr/>
        </p:nvSpPr>
        <p:spPr>
          <a:xfrm xmlns:a="http://schemas.openxmlformats.org/drawingml/2006/main">
            <a:off x="72390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PROTEIN PAIRS</a:t>
            </a:r>
          </a:p>
        </p:txBody>
      </p:sp>
      <p:sp>
        <p:nvSpPr>
          <p:cNvPr id="11" name="">
            <a:extLst xmlns:a="http://schemas.openxmlformats.org/drawingml/2006/main">
              <a:ext uri="{FF2B5EF4-FFF2-40B4-BE49-F238E27FC236}">
                <a16:creationId xmlns:a16="http://schemas.microsoft.com/office/drawing/2014/main" id="{76D4E29F-40E9-490F-AF27-DD774A4193C4}"/>
              </a:ext>
            </a:extLst>
          </p:cNvPr>
          <p:cNvSpPr>
            <a:spLocks xmlns:a="http://schemas.openxmlformats.org/drawingml/2006/main" noGrp="1"/>
          </p:cNvSpPr>
          <p:nvPr/>
        </p:nvSpPr>
        <p:spPr>
          <a:xfrm xmlns:a="http://schemas.openxmlformats.org/drawingml/2006/main">
            <a:off x="72390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3 public pairs</a:t>
            </a:r>
          </a:p>
        </p:txBody>
      </p:sp>
      <p:sp>
        <p:nvSpPr>
          <p:cNvPr id="12" name="">
            <a:extLst xmlns:a="http://schemas.openxmlformats.org/drawingml/2006/main">
              <a:ext uri="{FF2B5EF4-FFF2-40B4-BE49-F238E27FC236}">
                <a16:creationId xmlns:a16="http://schemas.microsoft.com/office/drawing/2014/main" id="{1E2D67C3-63B3-4BEC-BB75-CEEEB6F90821}"/>
              </a:ext>
            </a:extLst>
          </p:cNvPr>
          <p:cNvSpPr>
            <a:spLocks xmlns:a="http://schemas.openxmlformats.org/drawingml/2006/main" noGrp="1"/>
          </p:cNvSpPr>
          <p:nvPr/>
        </p:nvSpPr>
        <p:spPr>
          <a:xfrm xmlns:a="http://schemas.openxmlformats.org/drawingml/2006/main">
            <a:off x="72390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Ubiquitin–GB1, crambin–BPTI, and protein G–repressor</a:t>
            </a:r>
          </a:p>
        </p:txBody>
      </p:sp>
      <p:sp>
        <p:nvSpPr>
          <p:cNvPr id="13" name="">
            <a:extLst xmlns:a="http://schemas.openxmlformats.org/drawingml/2006/main">
              <a:ext uri="{FF2B5EF4-FFF2-40B4-BE49-F238E27FC236}">
                <a16:creationId xmlns:a16="http://schemas.microsoft.com/office/drawing/2014/main" id="{E7A1AA37-3876-497E-9550-FA812C0B6CC3}"/>
              </a:ext>
            </a:extLst>
          </p:cNvPr>
          <p:cNvSpPr>
            <a:spLocks xmlns:a="http://schemas.openxmlformats.org/drawingml/2006/main" noGrp="1"/>
          </p:cNvSpPr>
          <p:nvPr/>
        </p:nvSpPr>
        <p:spPr>
          <a:xfrm xmlns:a="http://schemas.openxmlformats.org/drawingml/2006/main">
            <a:off x="3190875"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E0FEE673-2210-45A7-B721-5C388EBFE0CE}"/>
              </a:ext>
            </a:extLst>
          </p:cNvPr>
          <p:cNvSpPr>
            <a:spLocks xmlns:a="http://schemas.openxmlformats.org/drawingml/2006/main" noGrp="1"/>
          </p:cNvSpPr>
          <p:nvPr/>
        </p:nvSpPr>
        <p:spPr>
          <a:xfrm xmlns:a="http://schemas.openxmlformats.org/drawingml/2006/main">
            <a:off x="3190875" y="177165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C89C0AD-1348-4B65-B2E2-EEC739D3D045}"/>
              </a:ext>
            </a:extLst>
          </p:cNvPr>
          <p:cNvSpPr>
            <a:spLocks xmlns:a="http://schemas.openxmlformats.org/drawingml/2006/main" noGrp="1"/>
          </p:cNvSpPr>
          <p:nvPr/>
        </p:nvSpPr>
        <p:spPr>
          <a:xfrm xmlns:a="http://schemas.openxmlformats.org/drawingml/2006/main">
            <a:off x="3400425"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CONSTRUCTS</a:t>
            </a:r>
          </a:p>
        </p:txBody>
      </p:sp>
      <p:sp>
        <p:nvSpPr>
          <p:cNvPr id="16" name="">
            <a:extLst xmlns:a="http://schemas.openxmlformats.org/drawingml/2006/main">
              <a:ext uri="{FF2B5EF4-FFF2-40B4-BE49-F238E27FC236}">
                <a16:creationId xmlns:a16="http://schemas.microsoft.com/office/drawing/2014/main" id="{F10F4017-3BB8-4F7D-9688-BD2D35F5460B}"/>
              </a:ext>
            </a:extLst>
          </p:cNvPr>
          <p:cNvSpPr>
            <a:spLocks xmlns:a="http://schemas.openxmlformats.org/drawingml/2006/main" noGrp="1"/>
          </p:cNvSpPr>
          <p:nvPr/>
        </p:nvSpPr>
        <p:spPr>
          <a:xfrm xmlns:a="http://schemas.openxmlformats.org/drawingml/2006/main">
            <a:off x="3400425"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18 linker fusions</a:t>
            </a:r>
          </a:p>
        </p:txBody>
      </p:sp>
      <p:sp>
        <p:nvSpPr>
          <p:cNvPr id="17" name="">
            <a:extLst xmlns:a="http://schemas.openxmlformats.org/drawingml/2006/main">
              <a:ext uri="{FF2B5EF4-FFF2-40B4-BE49-F238E27FC236}">
                <a16:creationId xmlns:a16="http://schemas.microsoft.com/office/drawing/2014/main" id="{CB106498-368E-4268-8593-9289CAA34AC0}"/>
              </a:ext>
            </a:extLst>
          </p:cNvPr>
          <p:cNvSpPr>
            <a:spLocks xmlns:a="http://schemas.openxmlformats.org/drawingml/2006/main" noGrp="1"/>
          </p:cNvSpPr>
          <p:nvPr/>
        </p:nvSpPr>
        <p:spPr>
          <a:xfrm xmlns:a="http://schemas.openxmlformats.org/drawingml/2006/main">
            <a:off x="3400425"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Six matched linker conditions per pair</a:t>
            </a:r>
          </a:p>
        </p:txBody>
      </p:sp>
      <p:sp>
        <p:nvSpPr>
          <p:cNvPr id="18" name="">
            <a:extLst xmlns:a="http://schemas.openxmlformats.org/drawingml/2006/main">
              <a:ext uri="{FF2B5EF4-FFF2-40B4-BE49-F238E27FC236}">
                <a16:creationId xmlns:a16="http://schemas.microsoft.com/office/drawing/2014/main" id="{C687D8A1-8014-4F4A-9765-F9F432EA69F2}"/>
              </a:ext>
            </a:extLst>
          </p:cNvPr>
          <p:cNvSpPr>
            <a:spLocks xmlns:a="http://schemas.openxmlformats.org/drawingml/2006/main" noGrp="1"/>
          </p:cNvSpPr>
          <p:nvPr/>
        </p:nvSpPr>
        <p:spPr>
          <a:xfrm xmlns:a="http://schemas.openxmlformats.org/drawingml/2006/main">
            <a:off x="586740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AFDD2C87-61B7-4F74-A507-4A618CAEAFB2}"/>
              </a:ext>
            </a:extLst>
          </p:cNvPr>
          <p:cNvSpPr>
            <a:spLocks xmlns:a="http://schemas.openxmlformats.org/drawingml/2006/main" noGrp="1"/>
          </p:cNvSpPr>
          <p:nvPr/>
        </p:nvSpPr>
        <p:spPr>
          <a:xfrm xmlns:a="http://schemas.openxmlformats.org/drawingml/2006/main">
            <a:off x="5867400" y="177165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0EEDF28-C96D-4B30-81C7-42305D6B7D69}"/>
              </a:ext>
            </a:extLst>
          </p:cNvPr>
          <p:cNvSpPr>
            <a:spLocks xmlns:a="http://schemas.openxmlformats.org/drawingml/2006/main" noGrp="1"/>
          </p:cNvSpPr>
          <p:nvPr/>
        </p:nvSpPr>
        <p:spPr>
          <a:xfrm xmlns:a="http://schemas.openxmlformats.org/drawingml/2006/main">
            <a:off x="607695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STRUCTURE MODELS</a:t>
            </a:r>
          </a:p>
        </p:txBody>
      </p:sp>
      <p:sp>
        <p:nvSpPr>
          <p:cNvPr id="21" name="">
            <a:extLst xmlns:a="http://schemas.openxmlformats.org/drawingml/2006/main">
              <a:ext uri="{FF2B5EF4-FFF2-40B4-BE49-F238E27FC236}">
                <a16:creationId xmlns:a16="http://schemas.microsoft.com/office/drawing/2014/main" id="{2EEC1BCF-5877-4CD8-8A16-7D659564BE05}"/>
              </a:ext>
            </a:extLst>
          </p:cNvPr>
          <p:cNvSpPr>
            <a:spLocks xmlns:a="http://schemas.openxmlformats.org/drawingml/2006/main" noGrp="1"/>
          </p:cNvSpPr>
          <p:nvPr/>
        </p:nvSpPr>
        <p:spPr>
          <a:xfrm xmlns:a="http://schemas.openxmlformats.org/drawingml/2006/main">
            <a:off x="607695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90 rankable models</a:t>
            </a:r>
          </a:p>
        </p:txBody>
      </p:sp>
      <p:sp>
        <p:nvSpPr>
          <p:cNvPr id="22" name="">
            <a:extLst xmlns:a="http://schemas.openxmlformats.org/drawingml/2006/main">
              <a:ext uri="{FF2B5EF4-FFF2-40B4-BE49-F238E27FC236}">
                <a16:creationId xmlns:a16="http://schemas.microsoft.com/office/drawing/2014/main" id="{BD803C3D-C6BF-43A6-87A8-6350B0AEBFD0}"/>
              </a:ext>
            </a:extLst>
          </p:cNvPr>
          <p:cNvSpPr>
            <a:spLocks xmlns:a="http://schemas.openxmlformats.org/drawingml/2006/main" noGrp="1"/>
          </p:cNvSpPr>
          <p:nvPr/>
        </p:nvSpPr>
        <p:spPr>
          <a:xfrm xmlns:a="http://schemas.openxmlformats.org/drawingml/2006/main">
            <a:off x="607695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Five AlphaFold2-ptm models per construct; rank 1 summarized</a:t>
            </a:r>
          </a:p>
        </p:txBody>
      </p:sp>
      <p:sp>
        <p:nvSpPr>
          <p:cNvPr id="23" name="">
            <a:extLst xmlns:a="http://schemas.openxmlformats.org/drawingml/2006/main">
              <a:ext uri="{FF2B5EF4-FFF2-40B4-BE49-F238E27FC236}">
                <a16:creationId xmlns:a16="http://schemas.microsoft.com/office/drawing/2014/main" id="{4397567A-0EDE-4146-B3F3-FD29F4DD8676}"/>
              </a:ext>
            </a:extLst>
          </p:cNvPr>
          <p:cNvSpPr>
            <a:spLocks xmlns:a="http://schemas.openxmlformats.org/drawingml/2006/main" noGrp="1"/>
          </p:cNvSpPr>
          <p:nvPr/>
        </p:nvSpPr>
        <p:spPr>
          <a:xfrm xmlns:a="http://schemas.openxmlformats.org/drawingml/2006/main">
            <a:off x="8543925" y="1771650"/>
            <a:ext cx="31337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338B9F7A-FA1C-4EE8-94CD-9C549C7FE50D}"/>
              </a:ext>
            </a:extLst>
          </p:cNvPr>
          <p:cNvSpPr>
            <a:spLocks xmlns:a="http://schemas.openxmlformats.org/drawingml/2006/main" noGrp="1"/>
          </p:cNvSpPr>
          <p:nvPr/>
        </p:nvSpPr>
        <p:spPr>
          <a:xfrm xmlns:a="http://schemas.openxmlformats.org/drawingml/2006/main">
            <a:off x="8543925" y="1771650"/>
            <a:ext cx="57150" cy="146685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DC1B828-ECD0-40F6-9638-1206D77EB642}"/>
              </a:ext>
            </a:extLst>
          </p:cNvPr>
          <p:cNvSpPr>
            <a:spLocks xmlns:a="http://schemas.openxmlformats.org/drawingml/2006/main" noGrp="1"/>
          </p:cNvSpPr>
          <p:nvPr/>
        </p:nvSpPr>
        <p:spPr>
          <a:xfrm xmlns:a="http://schemas.openxmlformats.org/drawingml/2006/main">
            <a:off x="8753475" y="1943100"/>
            <a:ext cx="2733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xmlns:a="http://schemas.openxmlformats.org/drawingml/2006/main">
            <a:pPr algn="l">
              <a:defRPr sz="900" b="1" i="0">
                <a:solidFill>
                  <a:srgbClr val="2DBD73"/>
                </a:solidFill>
                <a:latin typeface="Arial"/>
                <a:ea typeface="Arial"/>
                <a:cs typeface="Arial"/>
              </a:defRPr>
            </a:pPr>
            <a:r>
              <a:rPr sz="900" b="1" i="0">
                <a:solidFill>
                  <a:srgbClr val="2DBD73"/>
                </a:solidFill>
                <a:latin typeface="Arial"/>
                <a:ea typeface="Arial"/>
                <a:cs typeface="Arial"/>
              </a:rPr>
              <a:t>FIREWALL</a:t>
            </a:r>
          </a:p>
        </p:txBody>
      </p:sp>
      <p:sp>
        <p:nvSpPr>
          <p:cNvPr id="26" name="">
            <a:extLst xmlns:a="http://schemas.openxmlformats.org/drawingml/2006/main">
              <a:ext uri="{FF2B5EF4-FFF2-40B4-BE49-F238E27FC236}">
                <a16:creationId xmlns:a16="http://schemas.microsoft.com/office/drawing/2014/main" id="{8A680116-4FFA-4B7E-A996-629DF779F173}"/>
              </a:ext>
            </a:extLst>
          </p:cNvPr>
          <p:cNvSpPr>
            <a:spLocks xmlns:a="http://schemas.openxmlformats.org/drawingml/2006/main" noGrp="1"/>
          </p:cNvSpPr>
          <p:nvPr/>
        </p:nvSpPr>
        <p:spPr>
          <a:xfrm xmlns:a="http://schemas.openxmlformats.org/drawingml/2006/main">
            <a:off x="8753475" y="2228850"/>
            <a:ext cx="2733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Protected labels: not read</a:t>
            </a:r>
          </a:p>
        </p:txBody>
      </p:sp>
      <p:sp>
        <p:nvSpPr>
          <p:cNvPr id="27" name="">
            <a:extLst xmlns:a="http://schemas.openxmlformats.org/drawingml/2006/main">
              <a:ext uri="{FF2B5EF4-FFF2-40B4-BE49-F238E27FC236}">
                <a16:creationId xmlns:a16="http://schemas.microsoft.com/office/drawing/2014/main" id="{37A4A616-2A5A-4EF4-A537-86C38D88CCE7}"/>
              </a:ext>
            </a:extLst>
          </p:cNvPr>
          <p:cNvSpPr>
            <a:spLocks xmlns:a="http://schemas.openxmlformats.org/drawingml/2006/main" noGrp="1"/>
          </p:cNvSpPr>
          <p:nvPr/>
        </p:nvSpPr>
        <p:spPr>
          <a:xfrm xmlns:a="http://schemas.openxmlformats.org/drawingml/2006/main">
            <a:off x="8753475" y="2638425"/>
            <a:ext cx="2733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Public sequences only; no training or threshold selection</a:t>
            </a:r>
          </a:p>
        </p:txBody>
      </p:sp>
      <p:graphicFrame>
        <p:nvGraphicFramePr>
          <p:cNvPr id="28" name="">
            <a:extLst xmlns:a="http://schemas.openxmlformats.org/drawingml/2006/main">
              <a:ext uri="{FF2B5EF4-FFF2-40B4-BE49-F238E27FC236}">
                <a16:creationId xmlns:a16="http://schemas.microsoft.com/office/drawing/2014/main" id="{BE55FDAF-2B41-4878-AB5E-5B03434A568F}"/>
              </a:ext>
            </a:extLst>
          </p:cNvPr>
          <p:cNvGraphicFramePr/>
          <p:nvPr/>
        </p:nvGraphicFramePr>
        <p:xfrm>
          <a:off xmlns:a="http://schemas.openxmlformats.org/drawingml/2006/main" x="514350" y="3552825"/>
          <a:ext xmlns:a="http://schemas.openxmlformats.org/drawingml/2006/main" cx="11163300" cy="2381250"/>
        </p:xfrm>
        <a:graphic xmlns:a="http://schemas.openxmlformats.org/drawingml/2006/main">
          <a:graphicData uri="http://schemas.openxmlformats.org/drawingml/2006/table">
            <a:tbl>
              <a:tblPr/>
              <a:tblGrid>
                <a:gridCol w="2428875"/>
                <a:gridCol w="6667500"/>
                <a:gridCol w="2066925"/>
              </a:tblGrid>
              <a:tr h="396875">
                <a:tc>
                  <a:txBody>
                    <a:bodyPr/>
                    <a:lstStyle/>
                    <a:p>
                      <a:r>
                        <a:rPr sz="900" b="1">
                          <a:solidFill>
                            <a:srgbClr val="FFFFFF"/>
                          </a:solidFill>
                          <a:latin typeface="Arial"/>
                          <a:ea typeface="Arial"/>
                          <a:cs typeface="Arial"/>
                        </a:rPr>
                        <a:t>Gate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Recorded evidence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Outcome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396875">
                <a:tc>
                  <a:txBody>
                    <a:bodyPr/>
                    <a:lstStyle/>
                    <a:p>
                      <a:r>
                        <a:rPr sz="900">
                          <a:solidFill>
                            <a:srgbClr val="F4F7F5"/>
                          </a:solidFill>
                          <a:latin typeface="Arial"/>
                          <a:ea typeface="Arial"/>
                          <a:cs typeface="Arial"/>
                        </a:rPr>
                        <a:t>Matched predictor settings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AF2-ptm · seed 0 · templates off · same MSA mode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Completeness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18/18 linker constructs · 90/90 rankable models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Sequence identity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Rank-1 PDB sequence checked against immutable input</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Traceability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PDB + score JSON paths and SHA-256 per result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Claim firewall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No compatibility, function, stability, or optimality label</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Enforced</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Tree>
    <p:extLst>
      <p:ext uri="{BB962C8B-B14F-4D97-AF65-F5344CB8AC3E}">
        <p14:creationId xmlns:p14="http://schemas.microsoft.com/office/powerpoint/2010/main" val="998264203"/>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AA6532B-C0BE-4FEB-906B-7C211DABC8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E024A8-58E3-4F3F-8653-C67D5D7FA5E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B419D7AC-8882-457A-A970-38E49B837EA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99109606-6A32-455C-808C-AAD3937B3FA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model; highest whole-fusion mean pLDDT among the 18 linker-containing constructs</a:t>
            </a:r>
          </a:p>
        </p:txBody>
      </p:sp>
      <p:sp>
        <p:nvSpPr>
          <p:cNvPr id="5" name="">
            <a:extLst xmlns:a="http://schemas.openxmlformats.org/drawingml/2006/main">
              <a:ext uri="{FF2B5EF4-FFF2-40B4-BE49-F238E27FC236}">
                <a16:creationId xmlns:a16="http://schemas.microsoft.com/office/drawing/2014/main" id="{B68AE954-AD5A-4403-8FAB-9DA79CD6BF8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24</a:t>
            </a:r>
          </a:p>
        </p:txBody>
      </p:sp>
      <p:sp>
        <p:nvSpPr>
          <p:cNvPr id="6" name="">
            <a:extLst xmlns:a="http://schemas.openxmlformats.org/drawingml/2006/main">
              <a:ext uri="{FF2B5EF4-FFF2-40B4-BE49-F238E27FC236}">
                <a16:creationId xmlns:a16="http://schemas.microsoft.com/office/drawing/2014/main" id="{A707DA84-31D6-4C2B-8F12-3E15F750E2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Highest-confidence linker-containing example</a:t>
            </a:r>
          </a:p>
        </p:txBody>
      </p:sp>
      <p:sp>
        <p:nvSpPr>
          <p:cNvPr id="7" name="">
            <a:extLst xmlns:a="http://schemas.openxmlformats.org/drawingml/2006/main">
              <a:ext uri="{FF2B5EF4-FFF2-40B4-BE49-F238E27FC236}">
                <a16:creationId xmlns:a16="http://schemas.microsoft.com/office/drawing/2014/main" id="{0468E996-2E57-402A-AA50-B90DA18E587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Crambin–BPTI with eaaak_15: EAAAKEAAAKEAAAK</a:t>
            </a:r>
          </a:p>
        </p:txBody>
      </p:sp>
      <p:pic>
        <p:nvPicPr>
          <p:cNvPr id="8" name="">
            <a:extLst xmlns:a="http://schemas.openxmlformats.org/drawingml/2006/main">
              <a:ext uri="{FF2B5EF4-FFF2-40B4-BE49-F238E27FC236}">
                <a16:creationId xmlns:a16="http://schemas.microsoft.com/office/drawing/2014/main" id="{FA333941-83A9-4AB9-AF07-C6D440BDCE9C}"/>
              </a:ext>
            </a:extLst>
          </p:cNvPr>
          <p:cNvPicPr>
            <a:picLocks xmlns:a="http://schemas.openxmlformats.org/drawingml/2006/main" noChangeAspect="1"/>
          </p:cNvPicPr>
          <p:nvPr/>
        </p:nvPicPr>
        <p:blipFill>
          <a:blip xmlns:r="http://schemas.openxmlformats.org/officeDocument/2006/relationships" xmlns:a="http://schemas.openxmlformats.org/drawingml/2006/main" r:embed="Rc665ddc701bd46ca"/>
          <a:stretch xmlns:a="http://schemas.openxmlformats.org/drawingml/2006/main"/>
        </p:blipFill>
        <p:spPr>
          <a:xfrm xmlns:a="http://schemas.openxmlformats.org/drawingml/2006/main">
            <a:off x="734500" y="1543050"/>
            <a:ext cx="6636774" cy="411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5AC03DB3-4AE9-4B4B-9CE7-BBD8E75A0DC8}"/>
              </a:ext>
            </a:extLst>
          </p:cNvPr>
          <p:cNvSpPr>
            <a:spLocks xmlns:a="http://schemas.openxmlformats.org/drawingml/2006/main" noGrp="1"/>
          </p:cNvSpPr>
          <p:nvPr/>
        </p:nvSpPr>
        <p:spPr>
          <a:xfrm xmlns:a="http://schemas.openxmlformats.org/drawingml/2006/main">
            <a:off x="9906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DOMAIN A</a:t>
            </a:r>
          </a:p>
        </p:txBody>
      </p:sp>
      <p:sp>
        <p:nvSpPr>
          <p:cNvPr id="10" name="">
            <a:extLst xmlns:a="http://schemas.openxmlformats.org/drawingml/2006/main">
              <a:ext uri="{FF2B5EF4-FFF2-40B4-BE49-F238E27FC236}">
                <a16:creationId xmlns:a16="http://schemas.microsoft.com/office/drawing/2014/main" id="{92C279AD-39D2-4B97-9DBF-EF1F54FA84C8}"/>
              </a:ext>
            </a:extLst>
          </p:cNvPr>
          <p:cNvSpPr>
            <a:spLocks xmlns:a="http://schemas.openxmlformats.org/drawingml/2006/main" noGrp="1"/>
          </p:cNvSpPr>
          <p:nvPr/>
        </p:nvSpPr>
        <p:spPr>
          <a:xfrm xmlns:a="http://schemas.openxmlformats.org/drawingml/2006/main">
            <a:off x="2952750" y="55149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a:t>
            </a:r>
          </a:p>
        </p:txBody>
      </p:sp>
      <p:sp>
        <p:nvSpPr>
          <p:cNvPr id="11" name="">
            <a:extLst xmlns:a="http://schemas.openxmlformats.org/drawingml/2006/main">
              <a:ext uri="{FF2B5EF4-FFF2-40B4-BE49-F238E27FC236}">
                <a16:creationId xmlns:a16="http://schemas.microsoft.com/office/drawing/2014/main" id="{543BBABD-6F0F-4271-947F-1FB55143AE97}"/>
              </a:ext>
            </a:extLst>
          </p:cNvPr>
          <p:cNvSpPr>
            <a:spLocks xmlns:a="http://schemas.openxmlformats.org/drawingml/2006/main" noGrp="1"/>
          </p:cNvSpPr>
          <p:nvPr/>
        </p:nvSpPr>
        <p:spPr>
          <a:xfrm xmlns:a="http://schemas.openxmlformats.org/drawingml/2006/main">
            <a:off x="49530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xmlns:a="http://schemas.openxmlformats.org/drawingml/2006/main">
            <a:pPr algn="l">
              <a:defRPr sz="900" b="1" i="0">
                <a:solidFill>
                  <a:srgbClr val="E46760"/>
                </a:solidFill>
                <a:latin typeface="Arial"/>
                <a:ea typeface="Arial"/>
                <a:cs typeface="Arial"/>
              </a:defRPr>
            </a:pPr>
            <a:r>
              <a:rPr sz="900" b="1" i="0">
                <a:solidFill>
                  <a:srgbClr val="E46760"/>
                </a:solidFill>
                <a:latin typeface="Arial"/>
                <a:ea typeface="Arial"/>
                <a:cs typeface="Arial"/>
              </a:rPr>
              <a:t>DOMAIN B</a:t>
            </a:r>
          </a:p>
        </p:txBody>
      </p:sp>
      <p:sp>
        <p:nvSpPr>
          <p:cNvPr id="12" name="">
            <a:extLst xmlns:a="http://schemas.openxmlformats.org/drawingml/2006/main">
              <a:ext uri="{FF2B5EF4-FFF2-40B4-BE49-F238E27FC236}">
                <a16:creationId xmlns:a16="http://schemas.microsoft.com/office/drawing/2014/main" id="{3D4DF865-6EA0-4263-AEE1-173FB920E533}"/>
              </a:ext>
            </a:extLst>
          </p:cNvPr>
          <p:cNvSpPr>
            <a:spLocks xmlns:a="http://schemas.openxmlformats.org/drawingml/2006/main" noGrp="1"/>
          </p:cNvSpPr>
          <p:nvPr/>
        </p:nvSpPr>
        <p:spPr>
          <a:xfrm xmlns:a="http://schemas.openxmlformats.org/drawingml/2006/main">
            <a:off x="8096250" y="16859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defPPr algn="l">
              <a:defRPr sz="3450" b="1" i="0">
                <a:solidFill>
                  <a:srgbClr val="3FC6D6"/>
                </a:solidFill>
                <a:latin typeface="Arial"/>
                <a:ea typeface="Arial"/>
                <a:cs typeface="Arial"/>
              </a:defRPr>
            </a:defPPr>
            <a:lvl1pPr algn="l">
              <a:defRPr sz="3450" b="1" i="0">
                <a:solidFill>
                  <a:srgbClr val="3FC6D6"/>
                </a:solidFill>
                <a:latin typeface="Arial"/>
                <a:ea typeface="Arial"/>
                <a:cs typeface="Arial"/>
              </a:defRPr>
            </a:lvl1pPr>
            <a:lvl2pPr algn="l">
              <a:defRPr sz="3450" b="1" i="0">
                <a:solidFill>
                  <a:srgbClr val="3FC6D6"/>
                </a:solidFill>
                <a:latin typeface="Arial"/>
                <a:ea typeface="Arial"/>
                <a:cs typeface="Arial"/>
              </a:defRPr>
            </a:lvl2pPr>
            <a:lvl3pPr algn="l">
              <a:defRPr sz="3450" b="1" i="0">
                <a:solidFill>
                  <a:srgbClr val="3FC6D6"/>
                </a:solidFill>
                <a:latin typeface="Arial"/>
                <a:ea typeface="Arial"/>
                <a:cs typeface="Arial"/>
              </a:defRPr>
            </a:lvl3pPr>
            <a:lvl4pPr algn="l">
              <a:defRPr sz="3450" b="1" i="0">
                <a:solidFill>
                  <a:srgbClr val="3FC6D6"/>
                </a:solidFill>
                <a:latin typeface="Arial"/>
                <a:ea typeface="Arial"/>
                <a:cs typeface="Arial"/>
              </a:defRPr>
            </a:lvl4pPr>
            <a:lvl5pPr algn="l">
              <a:defRPr sz="3450" b="1" i="0">
                <a:solidFill>
                  <a:srgbClr val="3FC6D6"/>
                </a:solidFill>
                <a:latin typeface="Arial"/>
                <a:ea typeface="Arial"/>
                <a:cs typeface="Arial"/>
              </a:defRPr>
            </a:lvl5pPr>
            <a:lvl6pPr algn="l">
              <a:defRPr sz="3450" b="1" i="0">
                <a:solidFill>
                  <a:srgbClr val="3FC6D6"/>
                </a:solidFill>
                <a:latin typeface="Arial"/>
                <a:ea typeface="Arial"/>
                <a:cs typeface="Arial"/>
              </a:defRPr>
            </a:lvl6pPr>
            <a:lvl7pPr algn="l">
              <a:defRPr sz="3450" b="1" i="0">
                <a:solidFill>
                  <a:srgbClr val="3FC6D6"/>
                </a:solidFill>
                <a:latin typeface="Arial"/>
                <a:ea typeface="Arial"/>
                <a:cs typeface="Arial"/>
              </a:defRPr>
            </a:lvl7pPr>
            <a:lvl8pPr algn="l">
              <a:defRPr sz="3450" b="1" i="0">
                <a:solidFill>
                  <a:srgbClr val="3FC6D6"/>
                </a:solidFill>
                <a:latin typeface="Arial"/>
                <a:ea typeface="Arial"/>
                <a:cs typeface="Arial"/>
              </a:defRPr>
            </a:lvl8pPr>
            <a:lvl9pPr algn="l">
              <a:defRPr sz="3450" b="1" i="0">
                <a:solidFill>
                  <a:srgbClr val="3FC6D6"/>
                </a:solidFill>
                <a:latin typeface="Arial"/>
                <a:ea typeface="Arial"/>
                <a:cs typeface="Arial"/>
              </a:defRPr>
            </a:lvl9pPr>
          </a:lstStyle>
          <a:p xmlns:a="http://schemas.openxmlformats.org/drawingml/2006/main">
            <a:pPr algn="l">
              <a:defRPr sz="3450" b="1" i="0">
                <a:solidFill>
                  <a:srgbClr val="3FC6D6"/>
                </a:solidFill>
                <a:latin typeface="Arial"/>
                <a:ea typeface="Arial"/>
                <a:cs typeface="Arial"/>
              </a:defRPr>
            </a:pPr>
            <a:r>
              <a:rPr sz="3450" b="1" i="0">
                <a:solidFill>
                  <a:srgbClr val="3FC6D6"/>
                </a:solidFill>
                <a:latin typeface="Arial"/>
                <a:ea typeface="Arial"/>
                <a:cs typeface="Arial"/>
              </a:rPr>
              <a:t>93.8</a:t>
            </a:r>
          </a:p>
        </p:txBody>
      </p:sp>
      <p:sp>
        <p:nvSpPr>
          <p:cNvPr id="13" name="">
            <a:extLst xmlns:a="http://schemas.openxmlformats.org/drawingml/2006/main">
              <a:ext uri="{FF2B5EF4-FFF2-40B4-BE49-F238E27FC236}">
                <a16:creationId xmlns:a16="http://schemas.microsoft.com/office/drawing/2014/main" id="{780E9A3E-A8BF-4D05-B8F1-9424AA2C1DEF}"/>
              </a:ext>
            </a:extLst>
          </p:cNvPr>
          <p:cNvSpPr>
            <a:spLocks xmlns:a="http://schemas.openxmlformats.org/drawingml/2006/main" noGrp="1"/>
          </p:cNvSpPr>
          <p:nvPr/>
        </p:nvSpPr>
        <p:spPr>
          <a:xfrm xmlns:a="http://schemas.openxmlformats.org/drawingml/2006/main">
            <a:off x="8096250" y="22002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AFC0B8"/>
                </a:solidFill>
                <a:latin typeface="Arial"/>
                <a:ea typeface="Arial"/>
                <a:cs typeface="Arial"/>
              </a:defRPr>
            </a:defPPr>
            <a:lvl1pPr algn="l">
              <a:defRPr sz="1200" b="1" i="0">
                <a:solidFill>
                  <a:srgbClr val="AFC0B8"/>
                </a:solidFill>
                <a:latin typeface="Arial"/>
                <a:ea typeface="Arial"/>
                <a:cs typeface="Arial"/>
              </a:defRPr>
            </a:lvl1pPr>
            <a:lvl2pPr algn="l">
              <a:defRPr sz="1200" b="1" i="0">
                <a:solidFill>
                  <a:srgbClr val="AFC0B8"/>
                </a:solidFill>
                <a:latin typeface="Arial"/>
                <a:ea typeface="Arial"/>
                <a:cs typeface="Arial"/>
              </a:defRPr>
            </a:lvl2pPr>
            <a:lvl3pPr algn="l">
              <a:defRPr sz="1200" b="1" i="0">
                <a:solidFill>
                  <a:srgbClr val="AFC0B8"/>
                </a:solidFill>
                <a:latin typeface="Arial"/>
                <a:ea typeface="Arial"/>
                <a:cs typeface="Arial"/>
              </a:defRPr>
            </a:lvl3pPr>
            <a:lvl4pPr algn="l">
              <a:defRPr sz="1200" b="1" i="0">
                <a:solidFill>
                  <a:srgbClr val="AFC0B8"/>
                </a:solidFill>
                <a:latin typeface="Arial"/>
                <a:ea typeface="Arial"/>
                <a:cs typeface="Arial"/>
              </a:defRPr>
            </a:lvl4pPr>
            <a:lvl5pPr algn="l">
              <a:defRPr sz="1200" b="1" i="0">
                <a:solidFill>
                  <a:srgbClr val="AFC0B8"/>
                </a:solidFill>
                <a:latin typeface="Arial"/>
                <a:ea typeface="Arial"/>
                <a:cs typeface="Arial"/>
              </a:defRPr>
            </a:lvl5pPr>
            <a:lvl6pPr algn="l">
              <a:defRPr sz="1200" b="1" i="0">
                <a:solidFill>
                  <a:srgbClr val="AFC0B8"/>
                </a:solidFill>
                <a:latin typeface="Arial"/>
                <a:ea typeface="Arial"/>
                <a:cs typeface="Arial"/>
              </a:defRPr>
            </a:lvl6pPr>
            <a:lvl7pPr algn="l">
              <a:defRPr sz="1200" b="1" i="0">
                <a:solidFill>
                  <a:srgbClr val="AFC0B8"/>
                </a:solidFill>
                <a:latin typeface="Arial"/>
                <a:ea typeface="Arial"/>
                <a:cs typeface="Arial"/>
              </a:defRPr>
            </a:lvl7pPr>
            <a:lvl8pPr algn="l">
              <a:defRPr sz="1200" b="1" i="0">
                <a:solidFill>
                  <a:srgbClr val="AFC0B8"/>
                </a:solidFill>
                <a:latin typeface="Arial"/>
                <a:ea typeface="Arial"/>
                <a:cs typeface="Arial"/>
              </a:defRPr>
            </a:lvl8pPr>
            <a:lvl9pPr algn="l">
              <a:defRPr sz="1200" b="1" i="0">
                <a:solidFill>
                  <a:srgbClr val="AFC0B8"/>
                </a:solidFill>
                <a:latin typeface="Arial"/>
                <a:ea typeface="Arial"/>
                <a:cs typeface="Arial"/>
              </a:defRPr>
            </a:lvl9pPr>
          </a:lstStyle>
          <a:p xmlns:a="http://schemas.openxmlformats.org/drawingml/2006/main">
            <a:pPr algn="l">
              <a:defRPr sz="1200" b="1" i="0">
                <a:solidFill>
                  <a:srgbClr val="AFC0B8"/>
                </a:solidFill>
                <a:latin typeface="Arial"/>
                <a:ea typeface="Arial"/>
                <a:cs typeface="Arial"/>
              </a:defRPr>
            </a:pPr>
            <a:r>
              <a:rPr sz="1200" b="1" i="0">
                <a:solidFill>
                  <a:srgbClr val="AFC0B8"/>
                </a:solidFill>
                <a:latin typeface="Arial"/>
                <a:ea typeface="Arial"/>
                <a:cs typeface="Arial"/>
              </a:rPr>
              <a:t>Fusion mean pLDDT</a:t>
            </a:r>
          </a:p>
        </p:txBody>
      </p:sp>
      <p:sp>
        <p:nvSpPr>
          <p:cNvPr id="14" name="">
            <a:extLst xmlns:a="http://schemas.openxmlformats.org/drawingml/2006/main">
              <a:ext uri="{FF2B5EF4-FFF2-40B4-BE49-F238E27FC236}">
                <a16:creationId xmlns:a16="http://schemas.microsoft.com/office/drawing/2014/main" id="{2AE75AD5-F858-4F0D-861D-1D36011ACFC1}"/>
              </a:ext>
            </a:extLst>
          </p:cNvPr>
          <p:cNvSpPr>
            <a:spLocks xmlns:a="http://schemas.openxmlformats.org/drawingml/2006/main" noGrp="1"/>
          </p:cNvSpPr>
          <p:nvPr/>
        </p:nvSpPr>
        <p:spPr>
          <a:xfrm xmlns:a="http://schemas.openxmlformats.org/drawingml/2006/main">
            <a:off x="8096250" y="27241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E84AAB"/>
                </a:solidFill>
                <a:latin typeface="Arial"/>
                <a:ea typeface="Arial"/>
                <a:cs typeface="Arial"/>
              </a:defRPr>
            </a:defPPr>
            <a:lvl1pPr algn="l">
              <a:defRPr sz="1650" b="1" i="0">
                <a:solidFill>
                  <a:srgbClr val="E84AAB"/>
                </a:solidFill>
                <a:latin typeface="Arial"/>
                <a:ea typeface="Arial"/>
                <a:cs typeface="Arial"/>
              </a:defRPr>
            </a:lvl1pPr>
            <a:lvl2pPr algn="l">
              <a:defRPr sz="1650" b="1" i="0">
                <a:solidFill>
                  <a:srgbClr val="E84AAB"/>
                </a:solidFill>
                <a:latin typeface="Arial"/>
                <a:ea typeface="Arial"/>
                <a:cs typeface="Arial"/>
              </a:defRPr>
            </a:lvl2pPr>
            <a:lvl3pPr algn="l">
              <a:defRPr sz="1650" b="1" i="0">
                <a:solidFill>
                  <a:srgbClr val="E84AAB"/>
                </a:solidFill>
                <a:latin typeface="Arial"/>
                <a:ea typeface="Arial"/>
                <a:cs typeface="Arial"/>
              </a:defRPr>
            </a:lvl3pPr>
            <a:lvl4pPr algn="l">
              <a:defRPr sz="1650" b="1" i="0">
                <a:solidFill>
                  <a:srgbClr val="E84AAB"/>
                </a:solidFill>
                <a:latin typeface="Arial"/>
                <a:ea typeface="Arial"/>
                <a:cs typeface="Arial"/>
              </a:defRPr>
            </a:lvl4pPr>
            <a:lvl5pPr algn="l">
              <a:defRPr sz="1650" b="1" i="0">
                <a:solidFill>
                  <a:srgbClr val="E84AAB"/>
                </a:solidFill>
                <a:latin typeface="Arial"/>
                <a:ea typeface="Arial"/>
                <a:cs typeface="Arial"/>
              </a:defRPr>
            </a:lvl5pPr>
            <a:lvl6pPr algn="l">
              <a:defRPr sz="1650" b="1" i="0">
                <a:solidFill>
                  <a:srgbClr val="E84AAB"/>
                </a:solidFill>
                <a:latin typeface="Arial"/>
                <a:ea typeface="Arial"/>
                <a:cs typeface="Arial"/>
              </a:defRPr>
            </a:lvl6pPr>
            <a:lvl7pPr algn="l">
              <a:defRPr sz="1650" b="1" i="0">
                <a:solidFill>
                  <a:srgbClr val="E84AAB"/>
                </a:solidFill>
                <a:latin typeface="Arial"/>
                <a:ea typeface="Arial"/>
                <a:cs typeface="Arial"/>
              </a:defRPr>
            </a:lvl7pPr>
            <a:lvl8pPr algn="l">
              <a:defRPr sz="1650" b="1" i="0">
                <a:solidFill>
                  <a:srgbClr val="E84AAB"/>
                </a:solidFill>
                <a:latin typeface="Arial"/>
                <a:ea typeface="Arial"/>
                <a:cs typeface="Arial"/>
              </a:defRPr>
            </a:lvl8pPr>
            <a:lvl9pPr algn="l">
              <a:defRPr sz="1650" b="1" i="0">
                <a:solidFill>
                  <a:srgbClr val="E84AAB"/>
                </a:solidFill>
                <a:latin typeface="Arial"/>
                <a:ea typeface="Arial"/>
                <a:cs typeface="Arial"/>
              </a:defRPr>
            </a:lvl9pPr>
          </a:lstStyle>
          <a:p xmlns:a="http://schemas.openxmlformats.org/drawingml/2006/main">
            <a:pPr algn="l">
              <a:defRPr sz="1650" b="1" i="0">
                <a:solidFill>
                  <a:srgbClr val="E84AAB"/>
                </a:solidFill>
                <a:latin typeface="Arial"/>
                <a:ea typeface="Arial"/>
                <a:cs typeface="Arial"/>
              </a:defRPr>
            </a:pPr>
            <a:r>
              <a:rPr sz="1650" b="1" i="0">
                <a:solidFill>
                  <a:srgbClr val="E84AAB"/>
                </a:solidFill>
                <a:latin typeface="Arial"/>
                <a:ea typeface="Arial"/>
                <a:cs typeface="Arial"/>
              </a:rPr>
              <a:t>Linker pLDDT  84.9</a:t>
            </a:r>
          </a:p>
        </p:txBody>
      </p:sp>
      <p:sp>
        <p:nvSpPr>
          <p:cNvPr id="15" name="">
            <a:extLst xmlns:a="http://schemas.openxmlformats.org/drawingml/2006/main">
              <a:ext uri="{FF2B5EF4-FFF2-40B4-BE49-F238E27FC236}">
                <a16:creationId xmlns:a16="http://schemas.microsoft.com/office/drawing/2014/main" id="{124C32FB-1BCD-44EF-9D14-0E4A05265D4C}"/>
              </a:ext>
            </a:extLst>
          </p:cNvPr>
          <p:cNvSpPr>
            <a:spLocks xmlns:a="http://schemas.openxmlformats.org/drawingml/2006/main" noGrp="1"/>
          </p:cNvSpPr>
          <p:nvPr/>
        </p:nvSpPr>
        <p:spPr>
          <a:xfrm xmlns:a="http://schemas.openxmlformats.org/drawingml/2006/main">
            <a:off x="8096250" y="3181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4E9BEC"/>
                </a:solidFill>
                <a:latin typeface="Arial"/>
                <a:ea typeface="Arial"/>
                <a:cs typeface="Arial"/>
              </a:defRPr>
            </a:defPPr>
            <a:lvl1pPr algn="l">
              <a:defRPr sz="1650" b="1" i="0">
                <a:solidFill>
                  <a:srgbClr val="4E9BEC"/>
                </a:solidFill>
                <a:latin typeface="Arial"/>
                <a:ea typeface="Arial"/>
                <a:cs typeface="Arial"/>
              </a:defRPr>
            </a:lvl1pPr>
            <a:lvl2pPr algn="l">
              <a:defRPr sz="1650" b="1" i="0">
                <a:solidFill>
                  <a:srgbClr val="4E9BEC"/>
                </a:solidFill>
                <a:latin typeface="Arial"/>
                <a:ea typeface="Arial"/>
                <a:cs typeface="Arial"/>
              </a:defRPr>
            </a:lvl2pPr>
            <a:lvl3pPr algn="l">
              <a:defRPr sz="1650" b="1" i="0">
                <a:solidFill>
                  <a:srgbClr val="4E9BEC"/>
                </a:solidFill>
                <a:latin typeface="Arial"/>
                <a:ea typeface="Arial"/>
                <a:cs typeface="Arial"/>
              </a:defRPr>
            </a:lvl3pPr>
            <a:lvl4pPr algn="l">
              <a:defRPr sz="1650" b="1" i="0">
                <a:solidFill>
                  <a:srgbClr val="4E9BEC"/>
                </a:solidFill>
                <a:latin typeface="Arial"/>
                <a:ea typeface="Arial"/>
                <a:cs typeface="Arial"/>
              </a:defRPr>
            </a:lvl4pPr>
            <a:lvl5pPr algn="l">
              <a:defRPr sz="1650" b="1" i="0">
                <a:solidFill>
                  <a:srgbClr val="4E9BEC"/>
                </a:solidFill>
                <a:latin typeface="Arial"/>
                <a:ea typeface="Arial"/>
                <a:cs typeface="Arial"/>
              </a:defRPr>
            </a:lvl5pPr>
            <a:lvl6pPr algn="l">
              <a:defRPr sz="1650" b="1" i="0">
                <a:solidFill>
                  <a:srgbClr val="4E9BEC"/>
                </a:solidFill>
                <a:latin typeface="Arial"/>
                <a:ea typeface="Arial"/>
                <a:cs typeface="Arial"/>
              </a:defRPr>
            </a:lvl6pPr>
            <a:lvl7pPr algn="l">
              <a:defRPr sz="1650" b="1" i="0">
                <a:solidFill>
                  <a:srgbClr val="4E9BEC"/>
                </a:solidFill>
                <a:latin typeface="Arial"/>
                <a:ea typeface="Arial"/>
                <a:cs typeface="Arial"/>
              </a:defRPr>
            </a:lvl7pPr>
            <a:lvl8pPr algn="l">
              <a:defRPr sz="1650" b="1" i="0">
                <a:solidFill>
                  <a:srgbClr val="4E9BEC"/>
                </a:solidFill>
                <a:latin typeface="Arial"/>
                <a:ea typeface="Arial"/>
                <a:cs typeface="Arial"/>
              </a:defRPr>
            </a:lvl8pPr>
            <a:lvl9pPr algn="l">
              <a:defRPr sz="1650" b="1" i="0">
                <a:solidFill>
                  <a:srgbClr val="4E9BEC"/>
                </a:solidFill>
                <a:latin typeface="Arial"/>
                <a:ea typeface="Arial"/>
                <a:cs typeface="Arial"/>
              </a:defRPr>
            </a:lvl9pPr>
          </a:lstStyle>
          <a:p xmlns:a="http://schemas.openxmlformats.org/drawingml/2006/main">
            <a:pPr algn="l">
              <a:defRPr sz="1650" b="1" i="0">
                <a:solidFill>
                  <a:srgbClr val="4E9BEC"/>
                </a:solidFill>
                <a:latin typeface="Arial"/>
                <a:ea typeface="Arial"/>
                <a:cs typeface="Arial"/>
              </a:defRPr>
            </a:pPr>
            <a:r>
              <a:rPr sz="1650" b="1" i="0">
                <a:solidFill>
                  <a:srgbClr val="4E9BEC"/>
                </a:solidFill>
                <a:latin typeface="Arial"/>
                <a:ea typeface="Arial"/>
                <a:cs typeface="Arial"/>
              </a:rPr>
              <a:t>pTM  0.69</a:t>
            </a:r>
          </a:p>
        </p:txBody>
      </p:sp>
      <p:sp>
        <p:nvSpPr>
          <p:cNvPr id="16" name="">
            <a:extLst xmlns:a="http://schemas.openxmlformats.org/drawingml/2006/main">
              <a:ext uri="{FF2B5EF4-FFF2-40B4-BE49-F238E27FC236}">
                <a16:creationId xmlns:a16="http://schemas.microsoft.com/office/drawing/2014/main" id="{3F6F3BA6-6D0E-4016-BBFC-7D168C4A1214}"/>
              </a:ext>
            </a:extLst>
          </p:cNvPr>
          <p:cNvSpPr>
            <a:spLocks xmlns:a="http://schemas.openxmlformats.org/drawingml/2006/main" noGrp="1"/>
          </p:cNvSpPr>
          <p:nvPr/>
        </p:nvSpPr>
        <p:spPr>
          <a:xfrm xmlns:a="http://schemas.openxmlformats.org/drawingml/2006/main">
            <a:off x="8096250" y="3638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F1C84B"/>
                </a:solidFill>
                <a:latin typeface="Arial"/>
                <a:ea typeface="Arial"/>
                <a:cs typeface="Arial"/>
              </a:defRPr>
            </a:defPPr>
            <a:lvl1pPr algn="l">
              <a:defRPr sz="1650" b="1" i="0">
                <a:solidFill>
                  <a:srgbClr val="F1C84B"/>
                </a:solidFill>
                <a:latin typeface="Arial"/>
                <a:ea typeface="Arial"/>
                <a:cs typeface="Arial"/>
              </a:defRPr>
            </a:lvl1pPr>
            <a:lvl2pPr algn="l">
              <a:defRPr sz="1650" b="1" i="0">
                <a:solidFill>
                  <a:srgbClr val="F1C84B"/>
                </a:solidFill>
                <a:latin typeface="Arial"/>
                <a:ea typeface="Arial"/>
                <a:cs typeface="Arial"/>
              </a:defRPr>
            </a:lvl2pPr>
            <a:lvl3pPr algn="l">
              <a:defRPr sz="1650" b="1" i="0">
                <a:solidFill>
                  <a:srgbClr val="F1C84B"/>
                </a:solidFill>
                <a:latin typeface="Arial"/>
                <a:ea typeface="Arial"/>
                <a:cs typeface="Arial"/>
              </a:defRPr>
            </a:lvl3pPr>
            <a:lvl4pPr algn="l">
              <a:defRPr sz="1650" b="1" i="0">
                <a:solidFill>
                  <a:srgbClr val="F1C84B"/>
                </a:solidFill>
                <a:latin typeface="Arial"/>
                <a:ea typeface="Arial"/>
                <a:cs typeface="Arial"/>
              </a:defRPr>
            </a:lvl4pPr>
            <a:lvl5pPr algn="l">
              <a:defRPr sz="1650" b="1" i="0">
                <a:solidFill>
                  <a:srgbClr val="F1C84B"/>
                </a:solidFill>
                <a:latin typeface="Arial"/>
                <a:ea typeface="Arial"/>
                <a:cs typeface="Arial"/>
              </a:defRPr>
            </a:lvl5pPr>
            <a:lvl6pPr algn="l">
              <a:defRPr sz="1650" b="1" i="0">
                <a:solidFill>
                  <a:srgbClr val="F1C84B"/>
                </a:solidFill>
                <a:latin typeface="Arial"/>
                <a:ea typeface="Arial"/>
                <a:cs typeface="Arial"/>
              </a:defRPr>
            </a:lvl6pPr>
            <a:lvl7pPr algn="l">
              <a:defRPr sz="1650" b="1" i="0">
                <a:solidFill>
                  <a:srgbClr val="F1C84B"/>
                </a:solidFill>
                <a:latin typeface="Arial"/>
                <a:ea typeface="Arial"/>
                <a:cs typeface="Arial"/>
              </a:defRPr>
            </a:lvl7pPr>
            <a:lvl8pPr algn="l">
              <a:defRPr sz="1650" b="1" i="0">
                <a:solidFill>
                  <a:srgbClr val="F1C84B"/>
                </a:solidFill>
                <a:latin typeface="Arial"/>
                <a:ea typeface="Arial"/>
                <a:cs typeface="Arial"/>
              </a:defRPr>
            </a:lvl8pPr>
            <a:lvl9pPr algn="l">
              <a:defRPr sz="1650" b="1" i="0">
                <a:solidFill>
                  <a:srgbClr val="F1C84B"/>
                </a:solidFill>
                <a:latin typeface="Arial"/>
                <a:ea typeface="Arial"/>
                <a:cs typeface="Arial"/>
              </a:defRPr>
            </a:lvl9pPr>
          </a:lstStyle>
          <a:p xmlns:a="http://schemas.openxmlformats.org/drawingml/2006/main">
            <a:pPr algn="l">
              <a:defRPr sz="1650" b="1" i="0">
                <a:solidFill>
                  <a:srgbClr val="F1C84B"/>
                </a:solidFill>
                <a:latin typeface="Arial"/>
                <a:ea typeface="Arial"/>
                <a:cs typeface="Arial"/>
              </a:defRPr>
            </a:pPr>
            <a:r>
              <a:rPr sz="1650" b="1" i="0">
                <a:solidFill>
                  <a:srgbClr val="F1C84B"/>
                </a:solidFill>
                <a:latin typeface="Arial"/>
                <a:ea typeface="Arial"/>
                <a:cs typeface="Arial"/>
              </a:rPr>
              <a:t>Cross-domain PAE  9.7 Å</a:t>
            </a:r>
          </a:p>
        </p:txBody>
      </p:sp>
      <p:sp>
        <p:nvSpPr>
          <p:cNvPr id="17" name="">
            <a:extLst xmlns:a="http://schemas.openxmlformats.org/drawingml/2006/main">
              <a:ext uri="{FF2B5EF4-FFF2-40B4-BE49-F238E27FC236}">
                <a16:creationId xmlns:a16="http://schemas.microsoft.com/office/drawing/2014/main" id="{9C1D90DE-5D6B-4555-A4E5-6175AB342F7D}"/>
              </a:ext>
            </a:extLst>
          </p:cNvPr>
          <p:cNvSpPr>
            <a:spLocks xmlns:a="http://schemas.openxmlformats.org/drawingml/2006/main" noGrp="1"/>
          </p:cNvSpPr>
          <p:nvPr/>
        </p:nvSpPr>
        <p:spPr>
          <a:xfrm xmlns:a="http://schemas.openxmlformats.org/drawingml/2006/main">
            <a:off x="8096250" y="42100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Displayed rank 1 of 18 linker-containing constructs</a:t>
            </a:r>
          </a:p>
        </p:txBody>
      </p:sp>
      <p:sp>
        <p:nvSpPr>
          <p:cNvPr id="18" name="">
            <a:extLst xmlns:a="http://schemas.openxmlformats.org/drawingml/2006/main">
              <a:ext uri="{FF2B5EF4-FFF2-40B4-BE49-F238E27FC236}">
                <a16:creationId xmlns:a16="http://schemas.microsoft.com/office/drawing/2014/main" id="{F8A44393-E0E8-4981-A179-8583662A2C9B}"/>
              </a:ext>
            </a:extLst>
          </p:cNvPr>
          <p:cNvSpPr>
            <a:spLocks xmlns:a="http://schemas.openxmlformats.org/drawingml/2006/main" noGrp="1"/>
          </p:cNvSpPr>
          <p:nvPr/>
        </p:nvSpPr>
        <p:spPr>
          <a:xfrm xmlns:a="http://schemas.openxmlformats.org/drawingml/2006/main">
            <a:off x="7905750" y="4819650"/>
            <a:ext cx="3619500" cy="1000125"/>
          </a:xfrm>
          <a:prstGeom xmlns:a="http://schemas.openxmlformats.org/drawingml/2006/main" prst="roundRect">
            <a:avLst>
              <a:gd name="adj" fmla="val 7619"/>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F6B75362-6817-4B3D-8B6E-A845BA3F6F00}"/>
              </a:ext>
            </a:extLst>
          </p:cNvPr>
          <p:cNvSpPr>
            <a:spLocks xmlns:a="http://schemas.openxmlformats.org/drawingml/2006/main" noGrp="1"/>
          </p:cNvSpPr>
          <p:nvPr/>
        </p:nvSpPr>
        <p:spPr>
          <a:xfrm xmlns:a="http://schemas.openxmlformats.org/drawingml/2006/main">
            <a:off x="8096250" y="49815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1" i="0">
                <a:solidFill>
                  <a:srgbClr val="AFC0B8"/>
                </a:solidFill>
                <a:latin typeface="Arial"/>
                <a:ea typeface="Arial"/>
                <a:cs typeface="Arial"/>
              </a:defRPr>
            </a:defPPr>
            <a:lvl1pPr algn="l">
              <a:defRPr sz="1050" b="1" i="0">
                <a:solidFill>
                  <a:srgbClr val="AFC0B8"/>
                </a:solidFill>
                <a:latin typeface="Arial"/>
                <a:ea typeface="Arial"/>
                <a:cs typeface="Arial"/>
              </a:defRPr>
            </a:lvl1pPr>
            <a:lvl2pPr algn="l">
              <a:defRPr sz="1050" b="1" i="0">
                <a:solidFill>
                  <a:srgbClr val="AFC0B8"/>
                </a:solidFill>
                <a:latin typeface="Arial"/>
                <a:ea typeface="Arial"/>
                <a:cs typeface="Arial"/>
              </a:defRPr>
            </a:lvl2pPr>
            <a:lvl3pPr algn="l">
              <a:defRPr sz="1050" b="1" i="0">
                <a:solidFill>
                  <a:srgbClr val="AFC0B8"/>
                </a:solidFill>
                <a:latin typeface="Arial"/>
                <a:ea typeface="Arial"/>
                <a:cs typeface="Arial"/>
              </a:defRPr>
            </a:lvl3pPr>
            <a:lvl4pPr algn="l">
              <a:defRPr sz="1050" b="1" i="0">
                <a:solidFill>
                  <a:srgbClr val="AFC0B8"/>
                </a:solidFill>
                <a:latin typeface="Arial"/>
                <a:ea typeface="Arial"/>
                <a:cs typeface="Arial"/>
              </a:defRPr>
            </a:lvl4pPr>
            <a:lvl5pPr algn="l">
              <a:defRPr sz="1050" b="1" i="0">
                <a:solidFill>
                  <a:srgbClr val="AFC0B8"/>
                </a:solidFill>
                <a:latin typeface="Arial"/>
                <a:ea typeface="Arial"/>
                <a:cs typeface="Arial"/>
              </a:defRPr>
            </a:lvl5pPr>
            <a:lvl6pPr algn="l">
              <a:defRPr sz="1050" b="1" i="0">
                <a:solidFill>
                  <a:srgbClr val="AFC0B8"/>
                </a:solidFill>
                <a:latin typeface="Arial"/>
                <a:ea typeface="Arial"/>
                <a:cs typeface="Arial"/>
              </a:defRPr>
            </a:lvl6pPr>
            <a:lvl7pPr algn="l">
              <a:defRPr sz="1050" b="1" i="0">
                <a:solidFill>
                  <a:srgbClr val="AFC0B8"/>
                </a:solidFill>
                <a:latin typeface="Arial"/>
                <a:ea typeface="Arial"/>
                <a:cs typeface="Arial"/>
              </a:defRPr>
            </a:lvl7pPr>
            <a:lvl8pPr algn="l">
              <a:defRPr sz="1050" b="1" i="0">
                <a:solidFill>
                  <a:srgbClr val="AFC0B8"/>
                </a:solidFill>
                <a:latin typeface="Arial"/>
                <a:ea typeface="Arial"/>
                <a:cs typeface="Arial"/>
              </a:defRPr>
            </a:lvl8pPr>
            <a:lvl9pPr algn="l">
              <a:defRPr sz="1050" b="1" i="0">
                <a:solidFill>
                  <a:srgbClr val="AFC0B8"/>
                </a:solidFill>
                <a:latin typeface="Arial"/>
                <a:ea typeface="Arial"/>
                <a:cs typeface="Arial"/>
              </a:defRPr>
            </a:lvl9pPr>
          </a:lstStyle>
          <a:p xmlns:a="http://schemas.openxmlformats.org/drawingml/2006/main">
            <a:pPr algn="l">
              <a:defRPr sz="1050" b="1" i="0">
                <a:solidFill>
                  <a:srgbClr val="AFC0B8"/>
                </a:solidFill>
                <a:latin typeface="Arial"/>
                <a:ea typeface="Arial"/>
                <a:cs typeface="Arial"/>
              </a:defRPr>
            </a:pPr>
            <a:r>
              <a:rPr sz="1050" b="1" i="0">
                <a:solidFill>
                  <a:srgbClr val="AFC0B8"/>
                </a:solidFill>
                <a:latin typeface="Arial"/>
                <a:ea typeface="Arial"/>
                <a:cs typeface="Arial"/>
              </a:rPr>
              <a:t>Public inputs: PDB 1CRN chain A and PDB 4PTI chain A. Linker: EAAAKEAAAKEAAAK. Complete fusion: 119 residues.</a:t>
            </a:r>
          </a:p>
        </p:txBody>
      </p:sp>
      <p:sp>
        <p:nvSpPr>
          <p:cNvPr id="20" name="">
            <a:extLst xmlns:a="http://schemas.openxmlformats.org/drawingml/2006/main">
              <a:ext uri="{FF2B5EF4-FFF2-40B4-BE49-F238E27FC236}">
                <a16:creationId xmlns:a16="http://schemas.microsoft.com/office/drawing/2014/main" id="{CA9D8804-207E-445D-A1E5-9B11945BAD47}"/>
              </a:ext>
            </a:extLst>
          </p:cNvPr>
          <p:cNvSpPr>
            <a:spLocks xmlns:a="http://schemas.openxmlformats.org/drawingml/2006/main" noGrp="1"/>
          </p:cNvSpPr>
          <p:nvPr/>
        </p:nvSpPr>
        <p:spPr>
          <a:xfrm xmlns:a="http://schemas.openxmlformats.org/drawingml/2006/main">
            <a:off x="552450" y="5953125"/>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00" b="1" i="0">
                <a:solidFill>
                  <a:srgbClr val="F1C84B"/>
                </a:solidFill>
                <a:latin typeface="Arial"/>
                <a:ea typeface="Arial"/>
                <a:cs typeface="Arial"/>
              </a:defRPr>
            </a:defPPr>
            <a:lvl1pPr algn="ctr">
              <a:defRPr sz="1200" b="1" i="0">
                <a:solidFill>
                  <a:srgbClr val="F1C84B"/>
                </a:solidFill>
                <a:latin typeface="Arial"/>
                <a:ea typeface="Arial"/>
                <a:cs typeface="Arial"/>
              </a:defRPr>
            </a:lvl1pPr>
            <a:lvl2pPr algn="ctr">
              <a:defRPr sz="1200" b="1" i="0">
                <a:solidFill>
                  <a:srgbClr val="F1C84B"/>
                </a:solidFill>
                <a:latin typeface="Arial"/>
                <a:ea typeface="Arial"/>
                <a:cs typeface="Arial"/>
              </a:defRPr>
            </a:lvl2pPr>
            <a:lvl3pPr algn="ctr">
              <a:defRPr sz="1200" b="1" i="0">
                <a:solidFill>
                  <a:srgbClr val="F1C84B"/>
                </a:solidFill>
                <a:latin typeface="Arial"/>
                <a:ea typeface="Arial"/>
                <a:cs typeface="Arial"/>
              </a:defRPr>
            </a:lvl3pPr>
            <a:lvl4pPr algn="ctr">
              <a:defRPr sz="1200" b="1" i="0">
                <a:solidFill>
                  <a:srgbClr val="F1C84B"/>
                </a:solidFill>
                <a:latin typeface="Arial"/>
                <a:ea typeface="Arial"/>
                <a:cs typeface="Arial"/>
              </a:defRPr>
            </a:lvl4pPr>
            <a:lvl5pPr algn="ctr">
              <a:defRPr sz="1200" b="1" i="0">
                <a:solidFill>
                  <a:srgbClr val="F1C84B"/>
                </a:solidFill>
                <a:latin typeface="Arial"/>
                <a:ea typeface="Arial"/>
                <a:cs typeface="Arial"/>
              </a:defRPr>
            </a:lvl5pPr>
            <a:lvl6pPr algn="ctr">
              <a:defRPr sz="1200" b="1" i="0">
                <a:solidFill>
                  <a:srgbClr val="F1C84B"/>
                </a:solidFill>
                <a:latin typeface="Arial"/>
                <a:ea typeface="Arial"/>
                <a:cs typeface="Arial"/>
              </a:defRPr>
            </a:lvl6pPr>
            <a:lvl7pPr algn="ctr">
              <a:defRPr sz="1200" b="1" i="0">
                <a:solidFill>
                  <a:srgbClr val="F1C84B"/>
                </a:solidFill>
                <a:latin typeface="Arial"/>
                <a:ea typeface="Arial"/>
                <a:cs typeface="Arial"/>
              </a:defRPr>
            </a:lvl7pPr>
            <a:lvl8pPr algn="ctr">
              <a:defRPr sz="1200" b="1" i="0">
                <a:solidFill>
                  <a:srgbClr val="F1C84B"/>
                </a:solidFill>
                <a:latin typeface="Arial"/>
                <a:ea typeface="Arial"/>
                <a:cs typeface="Arial"/>
              </a:defRPr>
            </a:lvl8pPr>
            <a:lvl9pPr algn="ctr">
              <a:defRPr sz="1200" b="1" i="0">
                <a:solidFill>
                  <a:srgbClr val="F1C84B"/>
                </a:solidFill>
                <a:latin typeface="Arial"/>
                <a:ea typeface="Arial"/>
                <a:cs typeface="Arial"/>
              </a:defRPr>
            </a:lvl9pPr>
          </a:lstStyle>
          <a:p xmlns:a="http://schemas.openxmlformats.org/drawingml/2006/main">
            <a:pPr algn="ctr">
              <a:defRPr sz="1200" b="1" i="0">
                <a:solidFill>
                  <a:srgbClr val="F1C84B"/>
                </a:solidFill>
                <a:latin typeface="Arial"/>
                <a:ea typeface="Arial"/>
                <a:cs typeface="Arial"/>
              </a:defRPr>
            </a:pPr>
            <a:r>
              <a:rPr sz="1200" b="1" i="0">
                <a:solidFill>
                  <a:srgbClr val="F1C84B"/>
                </a:solidFill>
                <a:latin typeface="Arial"/>
                <a:ea typeface="Arial"/>
                <a:cs typeface="Arial"/>
              </a:rPr>
              <a:t>Model confidence supports structural inspection. It does not prove expression, activity, stability, or linker superiority.</a:t>
            </a:r>
          </a:p>
        </p:txBody>
      </p:sp>
    </p:spTree>
    <p:extLst>
      <p:ext uri="{BB962C8B-B14F-4D97-AF65-F5344CB8AC3E}">
        <p14:creationId xmlns:p14="http://schemas.microsoft.com/office/powerpoint/2010/main" val="1545028453"/>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67FDEEF-03C1-4ECA-9B3A-63691BAB3E2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4496EC-7CD5-418B-8083-0F81F14115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9D0829D-E070-401C-8FEC-4E4D3B3DC97C}"/>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MATCHED PUBLIC PANEL</a:t>
            </a:r>
          </a:p>
        </p:txBody>
      </p:sp>
      <p:sp>
        <p:nvSpPr>
          <p:cNvPr id="4" name="">
            <a:extLst xmlns:a="http://schemas.openxmlformats.org/drawingml/2006/main">
              <a:ext uri="{FF2B5EF4-FFF2-40B4-BE49-F238E27FC236}">
                <a16:creationId xmlns:a16="http://schemas.microsoft.com/office/drawing/2014/main" id="{8E6E96EF-0C5A-410B-AC13-E7799B664A93}"/>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confidence; descriptive top linker-containing row per pair; all 18 linker constructs retained</a:t>
            </a:r>
          </a:p>
        </p:txBody>
      </p:sp>
      <p:sp>
        <p:nvSpPr>
          <p:cNvPr id="5" name="">
            <a:extLst xmlns:a="http://schemas.openxmlformats.org/drawingml/2006/main">
              <a:ext uri="{FF2B5EF4-FFF2-40B4-BE49-F238E27FC236}">
                <a16:creationId xmlns:a16="http://schemas.microsoft.com/office/drawing/2014/main" id="{05B1811D-B202-4703-9011-F5EEEA2B739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25</a:t>
            </a:r>
          </a:p>
        </p:txBody>
      </p:sp>
      <p:sp>
        <p:nvSpPr>
          <p:cNvPr id="6" name="">
            <a:extLst xmlns:a="http://schemas.openxmlformats.org/drawingml/2006/main">
              <a:ext uri="{FF2B5EF4-FFF2-40B4-BE49-F238E27FC236}">
                <a16:creationId xmlns:a16="http://schemas.microsoft.com/office/drawing/2014/main" id="{213B221B-8C44-4233-A88C-3DD6919B59E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Confidence comparison across three protein pairs</a:t>
            </a:r>
          </a:p>
        </p:txBody>
      </p:sp>
      <p:sp>
        <p:nvSpPr>
          <p:cNvPr id="7" name="">
            <a:extLst xmlns:a="http://schemas.openxmlformats.org/drawingml/2006/main">
              <a:ext uri="{FF2B5EF4-FFF2-40B4-BE49-F238E27FC236}">
                <a16:creationId xmlns:a16="http://schemas.microsoft.com/office/drawing/2014/main" id="{D74907D6-B2C0-420B-9D34-1299AC3D32E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chart uses the highest linker-containing mean pLDDT observed for each pair</a:t>
            </a:r>
          </a:p>
        </p:txBody>
      </p:sp>
      <p:graphicFrame>
        <p:nvGraphicFramePr>
          <p:cNvPr id="8" name="Chart">
            <a:extLst xmlns:a="http://schemas.openxmlformats.org/drawingml/2006/main">
              <a:ext uri="{FF2B5EF4-FFF2-40B4-BE49-F238E27FC236}">
                <a16:creationId xmlns:a16="http://schemas.microsoft.com/office/drawing/2014/main" id="{06BBD1B9-642A-4B9C-9DC5-BBADB910F7EE}"/>
              </a:ext>
            </a:extLst>
          </p:cNvPr>
          <p:cNvGraphicFramePr/>
          <p:nvPr/>
        </p:nvGraphicFramePr>
        <p:xfrm>
          <a:off xmlns:a="http://schemas.openxmlformats.org/drawingml/2006/main" x="533400" y="16383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0d57cdc4b34540c8"/>
          </a:graphicData>
        </a:graphic>
      </p:graphicFrame>
      <p:sp>
        <p:nvSpPr>
          <p:cNvPr id="9" name="">
            <a:extLst xmlns:a="http://schemas.openxmlformats.org/drawingml/2006/main">
              <a:ext uri="{FF2B5EF4-FFF2-40B4-BE49-F238E27FC236}">
                <a16:creationId xmlns:a16="http://schemas.microsoft.com/office/drawing/2014/main" id="{C4ACC45A-F0DE-4127-B5C6-052FE50D30C1}"/>
              </a:ext>
            </a:extLst>
          </p:cNvPr>
          <p:cNvSpPr>
            <a:spLocks xmlns:a="http://schemas.openxmlformats.org/drawingml/2006/main" noGrp="1"/>
          </p:cNvSpPr>
          <p:nvPr/>
        </p:nvSpPr>
        <p:spPr>
          <a:xfrm xmlns:a="http://schemas.openxmlformats.org/drawingml/2006/main">
            <a:off x="533400" y="5372100"/>
            <a:ext cx="11125200" cy="781050"/>
          </a:xfrm>
          <a:prstGeom xmlns:a="http://schemas.openxmlformats.org/drawingml/2006/main" prst="roundRect">
            <a:avLst>
              <a:gd name="adj" fmla="val 9756"/>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26F14AFB-4391-42B1-9B67-12D301236796}"/>
              </a:ext>
            </a:extLst>
          </p:cNvPr>
          <p:cNvSpPr>
            <a:spLocks xmlns:a="http://schemas.openxmlformats.org/drawingml/2006/main" noGrp="1"/>
          </p:cNvSpPr>
          <p:nvPr/>
        </p:nvSpPr>
        <p:spPr>
          <a:xfrm xmlns:a="http://schemas.openxmlformats.org/drawingml/2006/main">
            <a:off x="762000" y="5514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5044E490-B946-41FA-9858-DC7405F307B8}"/>
              </a:ext>
            </a:extLst>
          </p:cNvPr>
          <p:cNvSpPr>
            <a:spLocks xmlns:a="http://schemas.openxmlformats.org/drawingml/2006/main" noGrp="1"/>
          </p:cNvSpPr>
          <p:nvPr/>
        </p:nvSpPr>
        <p:spPr>
          <a:xfrm xmlns:a="http://schemas.openxmlformats.org/drawingml/2006/main">
            <a:off x="2190750" y="5505450"/>
            <a:ext cx="914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569"/>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These values compare model confidence under matched settings. They do not measure compatibility, stability, expression, or activity.</a:t>
            </a:r>
          </a:p>
        </p:txBody>
      </p:sp>
    </p:spTree>
    <p:extLst>
      <p:ext uri="{BB962C8B-B14F-4D97-AF65-F5344CB8AC3E}">
        <p14:creationId xmlns:p14="http://schemas.microsoft.com/office/powerpoint/2010/main" val="754351558"/>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61D56E5-AF8D-43C5-822B-9CF0086A132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C9B9B0-FB2D-4D9D-BA97-4A20CFE223C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CEE157B1-507A-404E-847B-1E821F7FCF4A}"/>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C8C2AE74-5A16-4484-96EE-2D4F9B93E27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1UBQ_2GB1; all six linker-containing conditions retained</a:t>
            </a:r>
          </a:p>
        </p:txBody>
      </p:sp>
      <p:sp>
        <p:nvSpPr>
          <p:cNvPr id="5" name="">
            <a:extLst xmlns:a="http://schemas.openxmlformats.org/drawingml/2006/main">
              <a:ext uri="{FF2B5EF4-FFF2-40B4-BE49-F238E27FC236}">
                <a16:creationId xmlns:a16="http://schemas.microsoft.com/office/drawing/2014/main" id="{CE615142-BE47-4759-8CA9-2CC83081E24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26</a:t>
            </a:r>
          </a:p>
        </p:txBody>
      </p:sp>
      <p:sp>
        <p:nvSpPr>
          <p:cNvPr id="6" name="">
            <a:extLst xmlns:a="http://schemas.openxmlformats.org/drawingml/2006/main">
              <a:ext uri="{FF2B5EF4-FFF2-40B4-BE49-F238E27FC236}">
                <a16:creationId xmlns:a16="http://schemas.microsoft.com/office/drawing/2014/main" id="{F7FCD812-F1C9-4C6A-A116-C8A44F88710D}"/>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Ubiquitin–GB1: every linker condition</a:t>
            </a:r>
          </a:p>
        </p:txBody>
      </p:sp>
      <p:sp>
        <p:nvSpPr>
          <p:cNvPr id="7" name="">
            <a:extLst xmlns:a="http://schemas.openxmlformats.org/drawingml/2006/main">
              <a:ext uri="{FF2B5EF4-FFF2-40B4-BE49-F238E27FC236}">
                <a16:creationId xmlns:a16="http://schemas.microsoft.com/office/drawing/2014/main" id="{C6CD79E0-EBDB-46E1-BE0A-393C5D79AC8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1UBQ chain A + PDB 2GB1 chain 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412537AB-3BBB-457D-9B38-D297DA062824}"/>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50.9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48.6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21.1</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44.4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82.7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39.0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81.7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37.7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17</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66CE9D25-FBD9-48E9-9CB6-D6EF04CDCF56}"/>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997C3B0E-6145-4E72-8172-DD8FCAEA3DD4}"/>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D4592024-62AF-4432-A9F7-A0504A629EC5}"/>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501796475"/>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1F0EE97-5F1C-404F-ACBA-CC8C6B16A08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C41F93-32F5-4381-8062-DC416675F0D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46B4F886-4574-4AC7-B282-F4F7196BB777}"/>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B0EF929A-5A40-4616-A98F-DA3A82F28DE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1CRN_4PTI; all six linker-containing conditions retained</a:t>
            </a:r>
          </a:p>
        </p:txBody>
      </p:sp>
      <p:sp>
        <p:nvSpPr>
          <p:cNvPr id="5" name="">
            <a:extLst xmlns:a="http://schemas.openxmlformats.org/drawingml/2006/main">
              <a:ext uri="{FF2B5EF4-FFF2-40B4-BE49-F238E27FC236}">
                <a16:creationId xmlns:a16="http://schemas.microsoft.com/office/drawing/2014/main" id="{A5FACA11-59A4-41DA-A4ED-4884D83CCBF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27</a:t>
            </a:r>
          </a:p>
        </p:txBody>
      </p:sp>
      <p:sp>
        <p:nvSpPr>
          <p:cNvPr id="6" name="">
            <a:extLst xmlns:a="http://schemas.openxmlformats.org/drawingml/2006/main">
              <a:ext uri="{FF2B5EF4-FFF2-40B4-BE49-F238E27FC236}">
                <a16:creationId xmlns:a16="http://schemas.microsoft.com/office/drawing/2014/main" id="{5EEF4613-FC76-4F4A-B8D0-DD5D0E4A154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Crambin–BPTI: every linker condition</a:t>
            </a:r>
          </a:p>
        </p:txBody>
      </p:sp>
      <p:sp>
        <p:nvSpPr>
          <p:cNvPr id="7" name="">
            <a:extLst xmlns:a="http://schemas.openxmlformats.org/drawingml/2006/main">
              <a:ext uri="{FF2B5EF4-FFF2-40B4-BE49-F238E27FC236}">
                <a16:creationId xmlns:a16="http://schemas.microsoft.com/office/drawing/2014/main" id="{03BA68E1-5789-4633-9027-6F20DFE69F0F}"/>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1CRN chain A (RCSB FASTA) + PDB 4PTI chain A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1F9CD480-35FA-485D-9AE5-3B0BA7A2C753}"/>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93.8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86.4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20.1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85.0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60.9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13</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46.4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20.4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81D70D11-C8AF-4E19-9275-22DA6D422A84}"/>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31B7A870-0D13-4F93-B6AA-9AC3799A84E7}"/>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E79DFB8A-5C88-4BB4-9EB4-90208D86D93F}"/>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431982136"/>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7479FE-FBFF-4ED7-80F7-9075EF2DDCB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31F395D-3206-4063-B00D-CEE25B362B9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C3367B92-F8AA-4A81-A8D8-4B781278EEC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9FB9EECE-3B69-46C0-999B-F54845028C0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1PGA_1LMB; all six linker-containing conditions retained</a:t>
            </a:r>
          </a:p>
        </p:txBody>
      </p:sp>
      <p:sp>
        <p:nvSpPr>
          <p:cNvPr id="5" name="">
            <a:extLst xmlns:a="http://schemas.openxmlformats.org/drawingml/2006/main">
              <a:ext uri="{FF2B5EF4-FFF2-40B4-BE49-F238E27FC236}">
                <a16:creationId xmlns:a16="http://schemas.microsoft.com/office/drawing/2014/main" id="{167555AA-19A1-4290-9088-9F821645339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28</a:t>
            </a:r>
          </a:p>
        </p:txBody>
      </p:sp>
      <p:sp>
        <p:nvSpPr>
          <p:cNvPr id="6" name="">
            <a:extLst xmlns:a="http://schemas.openxmlformats.org/drawingml/2006/main">
              <a:ext uri="{FF2B5EF4-FFF2-40B4-BE49-F238E27FC236}">
                <a16:creationId xmlns:a16="http://schemas.microsoft.com/office/drawing/2014/main" id="{2B74CA81-0F52-4293-BD7A-E60DD2BCB9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G–repressor: every linker condition</a:t>
            </a:r>
          </a:p>
        </p:txBody>
      </p:sp>
      <p:sp>
        <p:nvSpPr>
          <p:cNvPr id="7" name="">
            <a:extLst xmlns:a="http://schemas.openxmlformats.org/drawingml/2006/main">
              <a:ext uri="{FF2B5EF4-FFF2-40B4-BE49-F238E27FC236}">
                <a16:creationId xmlns:a16="http://schemas.microsoft.com/office/drawing/2014/main" id="{F25F60B2-19B7-4B21-8251-2817417FFA9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1PGA chain A (RCSB FASTA) + PDB 1LMB protein chain C/D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C19A05ED-B9BD-402A-B906-5070FC2472D7}"/>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92.2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40.5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88.6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6</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41.6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7</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F4230F63-C87A-4C2F-B0B4-879A23312C2B}"/>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45A2CB97-B3E6-4157-80F8-AE5877C4CEBA}"/>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65AF3936-C3ED-4A5C-9B73-3CF590E9EB58}"/>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446208299"/>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65DF0F3-2A07-4CCB-9CA4-552CB4A51A1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C28D85-C1B1-44F6-8A38-64D9EE900D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9C8713A6-14F6-41B9-81F3-A9C98811CD6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INTERPRETATION</a:t>
            </a:r>
          </a:p>
        </p:txBody>
      </p:sp>
      <p:sp>
        <p:nvSpPr>
          <p:cNvPr id="4" name="">
            <a:extLst xmlns:a="http://schemas.openxmlformats.org/drawingml/2006/main">
              <a:ext uri="{FF2B5EF4-FFF2-40B4-BE49-F238E27FC236}">
                <a16:creationId xmlns:a16="http://schemas.microsoft.com/office/drawing/2014/main" id="{ED6F3E24-F3FF-47B8-8BBE-A38C885BC8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Metric definitions are taken from the versioned comparison JSON and AlphaFold/ColabFold output semantics</a:t>
            </a:r>
          </a:p>
        </p:txBody>
      </p:sp>
      <p:sp>
        <p:nvSpPr>
          <p:cNvPr id="5" name="">
            <a:extLst xmlns:a="http://schemas.openxmlformats.org/drawingml/2006/main">
              <a:ext uri="{FF2B5EF4-FFF2-40B4-BE49-F238E27FC236}">
                <a16:creationId xmlns:a16="http://schemas.microsoft.com/office/drawing/2014/main" id="{5CF3C8A9-48C0-4FCD-8BB6-A476781C0CD0}"/>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29</a:t>
            </a:r>
          </a:p>
        </p:txBody>
      </p:sp>
      <p:sp>
        <p:nvSpPr>
          <p:cNvPr id="6" name="">
            <a:extLst xmlns:a="http://schemas.openxmlformats.org/drawingml/2006/main">
              <a:ext uri="{FF2B5EF4-FFF2-40B4-BE49-F238E27FC236}">
                <a16:creationId xmlns:a16="http://schemas.microsoft.com/office/drawing/2014/main" id="{16F46907-0C82-414F-A92E-81B2B1AAC16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structure confidence does—and does not—mean</a:t>
            </a:r>
          </a:p>
        </p:txBody>
      </p:sp>
      <p:sp>
        <p:nvSpPr>
          <p:cNvPr id="7" name="">
            <a:extLst xmlns:a="http://schemas.openxmlformats.org/drawingml/2006/main">
              <a:ext uri="{FF2B5EF4-FFF2-40B4-BE49-F238E27FC236}">
                <a16:creationId xmlns:a16="http://schemas.microsoft.com/office/drawing/2014/main" id="{8432BEC4-2B4F-4385-8722-F84EA428306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All four values come from ColabFold/AlphaFold2-ptm outputs, not from the proposed LinkerForge ranker</a:t>
            </a:r>
          </a:p>
        </p:txBody>
      </p:sp>
      <p:sp>
        <p:nvSpPr>
          <p:cNvPr id="8" name="">
            <a:extLst xmlns:a="http://schemas.openxmlformats.org/drawingml/2006/main">
              <a:ext uri="{FF2B5EF4-FFF2-40B4-BE49-F238E27FC236}">
                <a16:creationId xmlns:a16="http://schemas.microsoft.com/office/drawing/2014/main" id="{3985C0AA-B713-4688-BE73-F923423C5AEF}"/>
              </a:ext>
            </a:extLst>
          </p:cNvPr>
          <p:cNvSpPr>
            <a:spLocks xmlns:a="http://schemas.openxmlformats.org/drawingml/2006/main" noGrp="1"/>
          </p:cNvSpPr>
          <p:nvPr/>
        </p:nvSpPr>
        <p:spPr>
          <a:xfrm xmlns:a="http://schemas.openxmlformats.org/drawingml/2006/main">
            <a:off x="5143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9490FBB1-524C-433A-A8A2-FB0C6939E54D}"/>
              </a:ext>
            </a:extLst>
          </p:cNvPr>
          <p:cNvSpPr>
            <a:spLocks xmlns:a="http://schemas.openxmlformats.org/drawingml/2006/main" noGrp="1"/>
          </p:cNvSpPr>
          <p:nvPr/>
        </p:nvSpPr>
        <p:spPr>
          <a:xfrm xmlns:a="http://schemas.openxmlformats.org/drawingml/2006/main">
            <a:off x="514350" y="175260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16865D-EB68-43A6-A9DE-B281B053BF6F}"/>
              </a:ext>
            </a:extLst>
          </p:cNvPr>
          <p:cNvSpPr>
            <a:spLocks xmlns:a="http://schemas.openxmlformats.org/drawingml/2006/main" noGrp="1"/>
          </p:cNvSpPr>
          <p:nvPr/>
        </p:nvSpPr>
        <p:spPr>
          <a:xfrm xmlns:a="http://schemas.openxmlformats.org/drawingml/2006/main">
            <a:off x="7239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FUSION MEAN PLDDT</a:t>
            </a:r>
          </a:p>
        </p:txBody>
      </p:sp>
      <p:sp>
        <p:nvSpPr>
          <p:cNvPr id="11" name="">
            <a:extLst xmlns:a="http://schemas.openxmlformats.org/drawingml/2006/main">
              <a:ext uri="{FF2B5EF4-FFF2-40B4-BE49-F238E27FC236}">
                <a16:creationId xmlns:a16="http://schemas.microsoft.com/office/drawing/2014/main" id="{88FC341B-A338-4E4F-B334-9EBD43445C95}"/>
              </a:ext>
            </a:extLst>
          </p:cNvPr>
          <p:cNvSpPr>
            <a:spLocks xmlns:a="http://schemas.openxmlformats.org/drawingml/2006/main" noGrp="1"/>
          </p:cNvSpPr>
          <p:nvPr/>
        </p:nvSpPr>
        <p:spPr>
          <a:xfrm xmlns:a="http://schemas.openxmlformats.org/drawingml/2006/main">
            <a:off x="7239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Local-coordinate confidence</a:t>
            </a:r>
          </a:p>
        </p:txBody>
      </p:sp>
      <p:sp>
        <p:nvSpPr>
          <p:cNvPr id="12" name="">
            <a:extLst xmlns:a="http://schemas.openxmlformats.org/drawingml/2006/main">
              <a:ext uri="{FF2B5EF4-FFF2-40B4-BE49-F238E27FC236}">
                <a16:creationId xmlns:a16="http://schemas.microsoft.com/office/drawing/2014/main" id="{1C41E485-736A-4B18-92FD-B34FBD8BE1CA}"/>
              </a:ext>
            </a:extLst>
          </p:cNvPr>
          <p:cNvSpPr>
            <a:spLocks xmlns:a="http://schemas.openxmlformats.org/drawingml/2006/main" noGrp="1"/>
          </p:cNvSpPr>
          <p:nvPr/>
        </p:nvSpPr>
        <p:spPr>
          <a:xfrm xmlns:a="http://schemas.openxmlformats.org/drawingml/2006/main">
            <a:off x="7239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Average over the complete fusion. High values do not establish function, expression, stability, or correct domain orientation.</a:t>
            </a:r>
          </a:p>
        </p:txBody>
      </p:sp>
      <p:sp>
        <p:nvSpPr>
          <p:cNvPr id="13" name="">
            <a:extLst xmlns:a="http://schemas.openxmlformats.org/drawingml/2006/main">
              <a:ext uri="{FF2B5EF4-FFF2-40B4-BE49-F238E27FC236}">
                <a16:creationId xmlns:a16="http://schemas.microsoft.com/office/drawing/2014/main" id="{50EC2AE4-8E55-4FE9-A43D-D96D1B1010D3}"/>
              </a:ext>
            </a:extLst>
          </p:cNvPr>
          <p:cNvSpPr>
            <a:spLocks xmlns:a="http://schemas.openxmlformats.org/drawingml/2006/main" noGrp="1"/>
          </p:cNvSpPr>
          <p:nvPr/>
        </p:nvSpPr>
        <p:spPr>
          <a:xfrm xmlns:a="http://schemas.openxmlformats.org/drawingml/2006/main">
            <a:off x="63436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E4E0287C-DE08-4B54-8444-98AF7D3600B2}"/>
              </a:ext>
            </a:extLst>
          </p:cNvPr>
          <p:cNvSpPr>
            <a:spLocks xmlns:a="http://schemas.openxmlformats.org/drawingml/2006/main" noGrp="1"/>
          </p:cNvSpPr>
          <p:nvPr/>
        </p:nvSpPr>
        <p:spPr>
          <a:xfrm xmlns:a="http://schemas.openxmlformats.org/drawingml/2006/main">
            <a:off x="6343650" y="175260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84A5D27-FBF7-4D2E-B7A6-E5D04CF0C2E3}"/>
              </a:ext>
            </a:extLst>
          </p:cNvPr>
          <p:cNvSpPr>
            <a:spLocks xmlns:a="http://schemas.openxmlformats.org/drawingml/2006/main" noGrp="1"/>
          </p:cNvSpPr>
          <p:nvPr/>
        </p:nvSpPr>
        <p:spPr>
          <a:xfrm xmlns:a="http://schemas.openxmlformats.org/drawingml/2006/main">
            <a:off x="65532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 MEAN PLDDT</a:t>
            </a:r>
          </a:p>
        </p:txBody>
      </p:sp>
      <p:sp>
        <p:nvSpPr>
          <p:cNvPr id="16" name="">
            <a:extLst xmlns:a="http://schemas.openxmlformats.org/drawingml/2006/main">
              <a:ext uri="{FF2B5EF4-FFF2-40B4-BE49-F238E27FC236}">
                <a16:creationId xmlns:a16="http://schemas.microsoft.com/office/drawing/2014/main" id="{B69A332F-9E3A-43BC-8479-EA694F8DC705}"/>
              </a:ext>
            </a:extLst>
          </p:cNvPr>
          <p:cNvSpPr>
            <a:spLocks xmlns:a="http://schemas.openxmlformats.org/drawingml/2006/main" noGrp="1"/>
          </p:cNvSpPr>
          <p:nvPr/>
        </p:nvSpPr>
        <p:spPr>
          <a:xfrm xmlns:a="http://schemas.openxmlformats.org/drawingml/2006/main">
            <a:off x="65532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Inserted-residue confidence</a:t>
            </a:r>
          </a:p>
        </p:txBody>
      </p:sp>
      <p:sp>
        <p:nvSpPr>
          <p:cNvPr id="17" name="">
            <a:extLst xmlns:a="http://schemas.openxmlformats.org/drawingml/2006/main">
              <a:ext uri="{FF2B5EF4-FFF2-40B4-BE49-F238E27FC236}">
                <a16:creationId xmlns:a16="http://schemas.microsoft.com/office/drawing/2014/main" id="{A1F511B4-2D82-4DF6-A642-199BCE3D2907}"/>
              </a:ext>
            </a:extLst>
          </p:cNvPr>
          <p:cNvSpPr>
            <a:spLocks xmlns:a="http://schemas.openxmlformats.org/drawingml/2006/main" noGrp="1"/>
          </p:cNvSpPr>
          <p:nvPr/>
        </p:nvSpPr>
        <p:spPr>
          <a:xfrm xmlns:a="http://schemas.openxmlformats.org/drawingml/2006/main">
            <a:off x="65532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Low values may be consistent with flexibility, but they do not prove flexibility or incompatibility.</a:t>
            </a:r>
          </a:p>
        </p:txBody>
      </p:sp>
      <p:sp>
        <p:nvSpPr>
          <p:cNvPr id="18" name="">
            <a:extLst xmlns:a="http://schemas.openxmlformats.org/drawingml/2006/main">
              <a:ext uri="{FF2B5EF4-FFF2-40B4-BE49-F238E27FC236}">
                <a16:creationId xmlns:a16="http://schemas.microsoft.com/office/drawing/2014/main" id="{253146F5-5BA5-4D5E-B527-521EAC6BADA9}"/>
              </a:ext>
            </a:extLst>
          </p:cNvPr>
          <p:cNvSpPr>
            <a:spLocks xmlns:a="http://schemas.openxmlformats.org/drawingml/2006/main" noGrp="1"/>
          </p:cNvSpPr>
          <p:nvPr/>
        </p:nvSpPr>
        <p:spPr>
          <a:xfrm xmlns:a="http://schemas.openxmlformats.org/drawingml/2006/main">
            <a:off x="5143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9D8DEB2A-9950-4397-870B-036CEE632106}"/>
              </a:ext>
            </a:extLst>
          </p:cNvPr>
          <p:cNvSpPr>
            <a:spLocks xmlns:a="http://schemas.openxmlformats.org/drawingml/2006/main" noGrp="1"/>
          </p:cNvSpPr>
          <p:nvPr/>
        </p:nvSpPr>
        <p:spPr>
          <a:xfrm xmlns:a="http://schemas.openxmlformats.org/drawingml/2006/main">
            <a:off x="514350" y="34861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F553C7E-7CBD-4764-B2AD-9EED3174305A}"/>
              </a:ext>
            </a:extLst>
          </p:cNvPr>
          <p:cNvSpPr>
            <a:spLocks xmlns:a="http://schemas.openxmlformats.org/drawingml/2006/main" noGrp="1"/>
          </p:cNvSpPr>
          <p:nvPr/>
        </p:nvSpPr>
        <p:spPr>
          <a:xfrm xmlns:a="http://schemas.openxmlformats.org/drawingml/2006/main">
            <a:off x="7239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PTM</a:t>
            </a:r>
          </a:p>
        </p:txBody>
      </p:sp>
      <p:sp>
        <p:nvSpPr>
          <p:cNvPr id="21" name="">
            <a:extLst xmlns:a="http://schemas.openxmlformats.org/drawingml/2006/main">
              <a:ext uri="{FF2B5EF4-FFF2-40B4-BE49-F238E27FC236}">
                <a16:creationId xmlns:a16="http://schemas.microsoft.com/office/drawing/2014/main" id="{516A01A6-8188-495D-8159-49C2F35C02AB}"/>
              </a:ext>
            </a:extLst>
          </p:cNvPr>
          <p:cNvSpPr>
            <a:spLocks xmlns:a="http://schemas.openxmlformats.org/drawingml/2006/main" noGrp="1"/>
          </p:cNvSpPr>
          <p:nvPr/>
        </p:nvSpPr>
        <p:spPr>
          <a:xfrm xmlns:a="http://schemas.openxmlformats.org/drawingml/2006/main">
            <a:off x="7239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Global topology confidence</a:t>
            </a:r>
          </a:p>
        </p:txBody>
      </p:sp>
      <p:sp>
        <p:nvSpPr>
          <p:cNvPr id="22" name="">
            <a:extLst xmlns:a="http://schemas.openxmlformats.org/drawingml/2006/main">
              <a:ext uri="{FF2B5EF4-FFF2-40B4-BE49-F238E27FC236}">
                <a16:creationId xmlns:a16="http://schemas.microsoft.com/office/drawing/2014/main" id="{5DA63AA2-94A8-4498-8B43-2DE1FEC4C5E7}"/>
              </a:ext>
            </a:extLst>
          </p:cNvPr>
          <p:cNvSpPr>
            <a:spLocks xmlns:a="http://schemas.openxmlformats.org/drawingml/2006/main" noGrp="1"/>
          </p:cNvSpPr>
          <p:nvPr/>
        </p:nvSpPr>
        <p:spPr>
          <a:xfrm xmlns:a="http://schemas.openxmlformats.org/drawingml/2006/main">
            <a:off x="7239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 model-level AlphaFold estimate. It is not a linker-specific success probability.</a:t>
            </a:r>
          </a:p>
        </p:txBody>
      </p:sp>
      <p:sp>
        <p:nvSpPr>
          <p:cNvPr id="23" name="">
            <a:extLst xmlns:a="http://schemas.openxmlformats.org/drawingml/2006/main">
              <a:ext uri="{FF2B5EF4-FFF2-40B4-BE49-F238E27FC236}">
                <a16:creationId xmlns:a16="http://schemas.microsoft.com/office/drawing/2014/main" id="{D7C61699-7C3D-4E47-BC71-E595F52632C0}"/>
              </a:ext>
            </a:extLst>
          </p:cNvPr>
          <p:cNvSpPr>
            <a:spLocks xmlns:a="http://schemas.openxmlformats.org/drawingml/2006/main" noGrp="1"/>
          </p:cNvSpPr>
          <p:nvPr/>
        </p:nvSpPr>
        <p:spPr>
          <a:xfrm xmlns:a="http://schemas.openxmlformats.org/drawingml/2006/main">
            <a:off x="63436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6D740146-41EB-41D4-92DF-60660A46F630}"/>
              </a:ext>
            </a:extLst>
          </p:cNvPr>
          <p:cNvSpPr>
            <a:spLocks xmlns:a="http://schemas.openxmlformats.org/drawingml/2006/main" noGrp="1"/>
          </p:cNvSpPr>
          <p:nvPr/>
        </p:nvSpPr>
        <p:spPr>
          <a:xfrm xmlns:a="http://schemas.openxmlformats.org/drawingml/2006/main">
            <a:off x="6343650" y="3486150"/>
            <a:ext cx="57150" cy="146685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67B5A22-3FF1-44BC-80B1-AEE4A278D685}"/>
              </a:ext>
            </a:extLst>
          </p:cNvPr>
          <p:cNvSpPr>
            <a:spLocks xmlns:a="http://schemas.openxmlformats.org/drawingml/2006/main" noGrp="1"/>
          </p:cNvSpPr>
          <p:nvPr/>
        </p:nvSpPr>
        <p:spPr>
          <a:xfrm xmlns:a="http://schemas.openxmlformats.org/drawingml/2006/main">
            <a:off x="65532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F1C84B"/>
                </a:solidFill>
                <a:latin typeface="Arial"/>
                <a:ea typeface="Arial"/>
                <a:cs typeface="Arial"/>
              </a:defRPr>
            </a:defPPr>
            <a:lvl1pPr algn="l">
              <a:defRPr sz="900" b="1" i="0">
                <a:solidFill>
                  <a:srgbClr val="F1C84B"/>
                </a:solidFill>
                <a:latin typeface="Arial"/>
                <a:ea typeface="Arial"/>
                <a:cs typeface="Arial"/>
              </a:defRPr>
            </a:lvl1pPr>
            <a:lvl2pPr algn="l">
              <a:defRPr sz="900" b="1" i="0">
                <a:solidFill>
                  <a:srgbClr val="F1C84B"/>
                </a:solidFill>
                <a:latin typeface="Arial"/>
                <a:ea typeface="Arial"/>
                <a:cs typeface="Arial"/>
              </a:defRPr>
            </a:lvl2pPr>
            <a:lvl3pPr algn="l">
              <a:defRPr sz="900" b="1" i="0">
                <a:solidFill>
                  <a:srgbClr val="F1C84B"/>
                </a:solidFill>
                <a:latin typeface="Arial"/>
                <a:ea typeface="Arial"/>
                <a:cs typeface="Arial"/>
              </a:defRPr>
            </a:lvl3pPr>
            <a:lvl4pPr algn="l">
              <a:defRPr sz="900" b="1" i="0">
                <a:solidFill>
                  <a:srgbClr val="F1C84B"/>
                </a:solidFill>
                <a:latin typeface="Arial"/>
                <a:ea typeface="Arial"/>
                <a:cs typeface="Arial"/>
              </a:defRPr>
            </a:lvl4pPr>
            <a:lvl5pPr algn="l">
              <a:defRPr sz="900" b="1" i="0">
                <a:solidFill>
                  <a:srgbClr val="F1C84B"/>
                </a:solidFill>
                <a:latin typeface="Arial"/>
                <a:ea typeface="Arial"/>
                <a:cs typeface="Arial"/>
              </a:defRPr>
            </a:lvl5pPr>
            <a:lvl6pPr algn="l">
              <a:defRPr sz="900" b="1" i="0">
                <a:solidFill>
                  <a:srgbClr val="F1C84B"/>
                </a:solidFill>
                <a:latin typeface="Arial"/>
                <a:ea typeface="Arial"/>
                <a:cs typeface="Arial"/>
              </a:defRPr>
            </a:lvl6pPr>
            <a:lvl7pPr algn="l">
              <a:defRPr sz="900" b="1" i="0">
                <a:solidFill>
                  <a:srgbClr val="F1C84B"/>
                </a:solidFill>
                <a:latin typeface="Arial"/>
                <a:ea typeface="Arial"/>
                <a:cs typeface="Arial"/>
              </a:defRPr>
            </a:lvl7pPr>
            <a:lvl8pPr algn="l">
              <a:defRPr sz="900" b="1" i="0">
                <a:solidFill>
                  <a:srgbClr val="F1C84B"/>
                </a:solidFill>
                <a:latin typeface="Arial"/>
                <a:ea typeface="Arial"/>
                <a:cs typeface="Arial"/>
              </a:defRPr>
            </a:lvl8pPr>
            <a:lvl9pPr algn="l">
              <a:defRPr sz="900" b="1" i="0">
                <a:solidFill>
                  <a:srgbClr val="F1C84B"/>
                </a:solidFill>
                <a:latin typeface="Arial"/>
                <a:ea typeface="Arial"/>
                <a:cs typeface="Arial"/>
              </a:defRPr>
            </a:lvl9pPr>
          </a:lstStyle>
          <a:p xmlns:a="http://schemas.openxmlformats.org/drawingml/2006/main">
            <a:pPr algn="l">
              <a:defRPr sz="900" b="1" i="0">
                <a:solidFill>
                  <a:srgbClr val="F1C84B"/>
                </a:solidFill>
                <a:latin typeface="Arial"/>
                <a:ea typeface="Arial"/>
                <a:cs typeface="Arial"/>
              </a:defRPr>
            </a:pPr>
            <a:r>
              <a:rPr sz="900" b="1" i="0">
                <a:solidFill>
                  <a:srgbClr val="F1C84B"/>
                </a:solidFill>
                <a:latin typeface="Arial"/>
                <a:ea typeface="Arial"/>
                <a:cs typeface="Arial"/>
              </a:rPr>
              <a:t>CROSS-DOMAIN PAE</a:t>
            </a:r>
          </a:p>
        </p:txBody>
      </p:sp>
      <p:sp>
        <p:nvSpPr>
          <p:cNvPr id="26" name="">
            <a:extLst xmlns:a="http://schemas.openxmlformats.org/drawingml/2006/main">
              <a:ext uri="{FF2B5EF4-FFF2-40B4-BE49-F238E27FC236}">
                <a16:creationId xmlns:a16="http://schemas.microsoft.com/office/drawing/2014/main" id="{15C42DE4-BCCE-4004-8C4A-9BF57529620F}"/>
              </a:ext>
            </a:extLst>
          </p:cNvPr>
          <p:cNvSpPr>
            <a:spLocks xmlns:a="http://schemas.openxmlformats.org/drawingml/2006/main" noGrp="1"/>
          </p:cNvSpPr>
          <p:nvPr/>
        </p:nvSpPr>
        <p:spPr>
          <a:xfrm xmlns:a="http://schemas.openxmlformats.org/drawingml/2006/main">
            <a:off x="65532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Relative-placement uncertainty</a:t>
            </a:r>
          </a:p>
        </p:txBody>
      </p:sp>
      <p:sp>
        <p:nvSpPr>
          <p:cNvPr id="27" name="">
            <a:extLst xmlns:a="http://schemas.openxmlformats.org/drawingml/2006/main">
              <a:ext uri="{FF2B5EF4-FFF2-40B4-BE49-F238E27FC236}">
                <a16:creationId xmlns:a16="http://schemas.microsoft.com/office/drawing/2014/main" id="{8ABC6F69-86F8-4314-8E7F-0F7F31E36344}"/>
              </a:ext>
            </a:extLst>
          </p:cNvPr>
          <p:cNvSpPr>
            <a:spLocks xmlns:a="http://schemas.openxmlformats.org/drawingml/2006/main" noGrp="1"/>
          </p:cNvSpPr>
          <p:nvPr/>
        </p:nvSpPr>
        <p:spPr>
          <a:xfrm xmlns:a="http://schemas.openxmlformats.org/drawingml/2006/main">
            <a:off x="65532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Mean bidirectional Domain A↔Domain B PAE. Lower values imply more confident relative placement, not validated activity.</a:t>
            </a:r>
          </a:p>
        </p:txBody>
      </p:sp>
      <p:sp>
        <p:nvSpPr>
          <p:cNvPr id="28" name="">
            <a:extLst xmlns:a="http://schemas.openxmlformats.org/drawingml/2006/main">
              <a:ext uri="{FF2B5EF4-FFF2-40B4-BE49-F238E27FC236}">
                <a16:creationId xmlns:a16="http://schemas.microsoft.com/office/drawing/2014/main" id="{933A1430-D687-4F64-BFC2-FD686945B437}"/>
              </a:ext>
            </a:extLst>
          </p:cNvPr>
          <p:cNvSpPr>
            <a:spLocks xmlns:a="http://schemas.openxmlformats.org/drawingml/2006/main" noGrp="1"/>
          </p:cNvSpPr>
          <p:nvPr/>
        </p:nvSpPr>
        <p:spPr>
          <a:xfrm xmlns:a="http://schemas.openxmlformats.org/drawingml/2006/main">
            <a:off x="514350" y="5314950"/>
            <a:ext cx="11163300" cy="819150"/>
          </a:xfrm>
          <a:prstGeom xmlns:a="http://schemas.openxmlformats.org/drawingml/2006/main" prst="roundRect">
            <a:avLst>
              <a:gd name="adj" fmla="val 9302"/>
            </a:avLst>
          </a:prstGeom>
          <a:solidFill xmlns:a="http://schemas.openxmlformats.org/drawingml/2006/main">
            <a:srgbClr val="102720"/>
          </a:solidFill>
          <a:ln xmlns:a="http://schemas.openxmlformats.org/drawingml/2006/main" w="9525">
            <a:solidFill>
              <a:srgbClr val="E46760"/>
            </a:solidFill>
            <a:prstDash val="solid"/>
          </a:ln>
        </p:spPr>
      </p:sp>
      <p:sp>
        <p:nvSpPr>
          <p:cNvPr id="29" name="">
            <a:extLst xmlns:a="http://schemas.openxmlformats.org/drawingml/2006/main">
              <a:ext uri="{FF2B5EF4-FFF2-40B4-BE49-F238E27FC236}">
                <a16:creationId xmlns:a16="http://schemas.microsoft.com/office/drawing/2014/main" id="{7F60E7E6-09C9-44B4-8413-C55ED254C764}"/>
              </a:ext>
            </a:extLst>
          </p:cNvPr>
          <p:cNvSpPr>
            <a:spLocks xmlns:a="http://schemas.openxmlformats.org/drawingml/2006/main" noGrp="1"/>
          </p:cNvSpPr>
          <p:nvPr/>
        </p:nvSpPr>
        <p:spPr>
          <a:xfrm xmlns:a="http://schemas.openxmlformats.org/drawingml/2006/main">
            <a:off x="742950" y="5486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E46760"/>
                </a:solidFill>
                <a:latin typeface="Arial"/>
                <a:ea typeface="Arial"/>
                <a:cs typeface="Arial"/>
              </a:defRPr>
            </a:defPPr>
            <a:lvl1pPr algn="l">
              <a:defRPr sz="1125" b="1" i="0">
                <a:solidFill>
                  <a:srgbClr val="E46760"/>
                </a:solidFill>
                <a:latin typeface="Arial"/>
                <a:ea typeface="Arial"/>
                <a:cs typeface="Arial"/>
              </a:defRPr>
            </a:lvl1pPr>
            <a:lvl2pPr algn="l">
              <a:defRPr sz="1125" b="1" i="0">
                <a:solidFill>
                  <a:srgbClr val="E46760"/>
                </a:solidFill>
                <a:latin typeface="Arial"/>
                <a:ea typeface="Arial"/>
                <a:cs typeface="Arial"/>
              </a:defRPr>
            </a:lvl2pPr>
            <a:lvl3pPr algn="l">
              <a:defRPr sz="1125" b="1" i="0">
                <a:solidFill>
                  <a:srgbClr val="E46760"/>
                </a:solidFill>
                <a:latin typeface="Arial"/>
                <a:ea typeface="Arial"/>
                <a:cs typeface="Arial"/>
              </a:defRPr>
            </a:lvl3pPr>
            <a:lvl4pPr algn="l">
              <a:defRPr sz="1125" b="1" i="0">
                <a:solidFill>
                  <a:srgbClr val="E46760"/>
                </a:solidFill>
                <a:latin typeface="Arial"/>
                <a:ea typeface="Arial"/>
                <a:cs typeface="Arial"/>
              </a:defRPr>
            </a:lvl4pPr>
            <a:lvl5pPr algn="l">
              <a:defRPr sz="1125" b="1" i="0">
                <a:solidFill>
                  <a:srgbClr val="E46760"/>
                </a:solidFill>
                <a:latin typeface="Arial"/>
                <a:ea typeface="Arial"/>
                <a:cs typeface="Arial"/>
              </a:defRPr>
            </a:lvl5pPr>
            <a:lvl6pPr algn="l">
              <a:defRPr sz="1125" b="1" i="0">
                <a:solidFill>
                  <a:srgbClr val="E46760"/>
                </a:solidFill>
                <a:latin typeface="Arial"/>
                <a:ea typeface="Arial"/>
                <a:cs typeface="Arial"/>
              </a:defRPr>
            </a:lvl6pPr>
            <a:lvl7pPr algn="l">
              <a:defRPr sz="1125" b="1" i="0">
                <a:solidFill>
                  <a:srgbClr val="E46760"/>
                </a:solidFill>
                <a:latin typeface="Arial"/>
                <a:ea typeface="Arial"/>
                <a:cs typeface="Arial"/>
              </a:defRPr>
            </a:lvl7pPr>
            <a:lvl8pPr algn="l">
              <a:defRPr sz="1125" b="1" i="0">
                <a:solidFill>
                  <a:srgbClr val="E46760"/>
                </a:solidFill>
                <a:latin typeface="Arial"/>
                <a:ea typeface="Arial"/>
                <a:cs typeface="Arial"/>
              </a:defRPr>
            </a:lvl8pPr>
            <a:lvl9pPr algn="l">
              <a:defRPr sz="1125" b="1" i="0">
                <a:solidFill>
                  <a:srgbClr val="E46760"/>
                </a:solidFill>
                <a:latin typeface="Arial"/>
                <a:ea typeface="Arial"/>
                <a:cs typeface="Arial"/>
              </a:defRPr>
            </a:lvl9pPr>
          </a:lstStyle>
          <a:p xmlns:a="http://schemas.openxmlformats.org/drawingml/2006/main">
            <a:pPr algn="l">
              <a:defRPr sz="1125" b="1" i="0">
                <a:solidFill>
                  <a:srgbClr val="E46760"/>
                </a:solidFill>
                <a:latin typeface="Arial"/>
                <a:ea typeface="Arial"/>
                <a:cs typeface="Arial"/>
              </a:defRPr>
            </a:pPr>
            <a:r>
              <a:rPr sz="1125" b="1" i="0">
                <a:solidFill>
                  <a:srgbClr val="E46760"/>
                </a:solidFill>
                <a:latin typeface="Arial"/>
                <a:ea typeface="Arial"/>
                <a:cs typeface="Arial"/>
              </a:rPr>
              <a:t>Permitted claim</a:t>
            </a:r>
          </a:p>
        </p:txBody>
      </p:sp>
      <p:sp>
        <p:nvSpPr>
          <p:cNvPr id="30" name="">
            <a:extLst xmlns:a="http://schemas.openxmlformats.org/drawingml/2006/main">
              <a:ext uri="{FF2B5EF4-FFF2-40B4-BE49-F238E27FC236}">
                <a16:creationId xmlns:a16="http://schemas.microsoft.com/office/drawing/2014/main" id="{AF6B168A-F16C-4A20-ADD7-349717FD6593}"/>
              </a:ext>
            </a:extLst>
          </p:cNvPr>
          <p:cNvSpPr>
            <a:spLocks xmlns:a="http://schemas.openxmlformats.org/drawingml/2006/main" noGrp="1"/>
          </p:cNvSpPr>
          <p:nvPr/>
        </p:nvSpPr>
        <p:spPr>
          <a:xfrm xmlns:a="http://schemas.openxmlformats.org/drawingml/2006/main">
            <a:off x="2286000" y="5429250"/>
            <a:ext cx="9096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This panel demonstrates repeatable structure prediction and confidence extraction across public constructs only.</a:t>
            </a:r>
          </a:p>
        </p:txBody>
      </p:sp>
    </p:spTree>
    <p:extLst>
      <p:ext uri="{BB962C8B-B14F-4D97-AF65-F5344CB8AC3E}">
        <p14:creationId xmlns:p14="http://schemas.microsoft.com/office/powerpoint/2010/main" val="928665242"/>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508E698-12CB-40AC-AF28-228186E7AD1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944F76-D23D-492E-9A5F-EDE5A699239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C9FB0EF-DDB3-4473-A762-A251A91313E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REPRODUCIBILITY</a:t>
            </a:r>
          </a:p>
        </p:txBody>
      </p:sp>
      <p:sp>
        <p:nvSpPr>
          <p:cNvPr id="4" name="">
            <a:extLst xmlns:a="http://schemas.openxmlformats.org/drawingml/2006/main">
              <a:ext uri="{FF2B5EF4-FFF2-40B4-BE49-F238E27FC236}">
                <a16:creationId xmlns:a16="http://schemas.microsoft.com/office/drawing/2014/main" id="{6EB781AD-6F23-4EDE-B42C-EE2CA6434D0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Versioned JSON + CSV + exact PDB/score files + SHA-256 hashes; generated only after full-panel completion</a:t>
            </a:r>
          </a:p>
        </p:txBody>
      </p:sp>
      <p:sp>
        <p:nvSpPr>
          <p:cNvPr id="5" name="">
            <a:extLst xmlns:a="http://schemas.openxmlformats.org/drawingml/2006/main">
              <a:ext uri="{FF2B5EF4-FFF2-40B4-BE49-F238E27FC236}">
                <a16:creationId xmlns:a16="http://schemas.microsoft.com/office/drawing/2014/main" id="{0D587048-927E-4483-B96A-B6EE9779FB0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30</a:t>
            </a:r>
          </a:p>
        </p:txBody>
      </p:sp>
      <p:sp>
        <p:nvSpPr>
          <p:cNvPr id="6" name="">
            <a:extLst xmlns:a="http://schemas.openxmlformats.org/drawingml/2006/main">
              <a:ext uri="{FF2B5EF4-FFF2-40B4-BE49-F238E27FC236}">
                <a16:creationId xmlns:a16="http://schemas.microsoft.com/office/drawing/2014/main" id="{F75B6F54-D301-4EAB-AC10-412B6B5A08E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evidence can be traced back to every file</a:t>
            </a:r>
          </a:p>
        </p:txBody>
      </p:sp>
      <p:sp>
        <p:nvSpPr>
          <p:cNvPr id="7" name="">
            <a:extLst xmlns:a="http://schemas.openxmlformats.org/drawingml/2006/main">
              <a:ext uri="{FF2B5EF4-FFF2-40B4-BE49-F238E27FC236}">
                <a16:creationId xmlns:a16="http://schemas.microsoft.com/office/drawing/2014/main" id="{6106105F-9C6D-4B29-BB33-B56078E3E02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slide deck is a view of the run artifacts—not the sole scientific record</a:t>
            </a:r>
          </a:p>
        </p:txBody>
      </p:sp>
      <p:sp>
        <p:nvSpPr>
          <p:cNvPr id="8" name="">
            <a:extLst xmlns:a="http://schemas.openxmlformats.org/drawingml/2006/main">
              <a:ext uri="{FF2B5EF4-FFF2-40B4-BE49-F238E27FC236}">
                <a16:creationId xmlns:a16="http://schemas.microsoft.com/office/drawing/2014/main" id="{80F167B2-67C1-4BED-8C97-775D01E177BA}"/>
              </a:ext>
            </a:extLst>
          </p:cNvPr>
          <p:cNvSpPr>
            <a:spLocks xmlns:a="http://schemas.openxmlformats.org/drawingml/2006/main" noGrp="1"/>
          </p:cNvSpPr>
          <p:nvPr/>
        </p:nvSpPr>
        <p:spPr>
          <a:xfrm xmlns:a="http://schemas.openxmlformats.org/drawingml/2006/main">
            <a:off x="514350" y="16383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AB3374B9-A7D2-40FD-AC45-099FC73AA632}"/>
              </a:ext>
            </a:extLst>
          </p:cNvPr>
          <p:cNvSpPr>
            <a:spLocks xmlns:a="http://schemas.openxmlformats.org/drawingml/2006/main" noGrp="1"/>
          </p:cNvSpPr>
          <p:nvPr/>
        </p:nvSpPr>
        <p:spPr>
          <a:xfrm xmlns:a="http://schemas.openxmlformats.org/drawingml/2006/main">
            <a:off x="685800" y="178117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86117B9-9218-429A-B6D1-1B637F5D6416}"/>
              </a:ext>
            </a:extLst>
          </p:cNvPr>
          <p:cNvSpPr>
            <a:spLocks xmlns:a="http://schemas.openxmlformats.org/drawingml/2006/main" noGrp="1"/>
          </p:cNvSpPr>
          <p:nvPr/>
        </p:nvSpPr>
        <p:spPr>
          <a:xfrm xmlns:a="http://schemas.openxmlformats.org/drawingml/2006/main">
            <a:off x="685800" y="18573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34EC2F1C-645D-41FA-B0C0-419DCA8240CD}"/>
              </a:ext>
            </a:extLst>
          </p:cNvPr>
          <p:cNvSpPr>
            <a:spLocks xmlns:a="http://schemas.openxmlformats.org/drawingml/2006/main" noGrp="1"/>
          </p:cNvSpPr>
          <p:nvPr/>
        </p:nvSpPr>
        <p:spPr>
          <a:xfrm xmlns:a="http://schemas.openxmlformats.org/drawingml/2006/main">
            <a:off x="1295400" y="17621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Immutable inputs</a:t>
            </a:r>
          </a:p>
        </p:txBody>
      </p:sp>
      <p:sp>
        <p:nvSpPr>
          <p:cNvPr id="12" name="">
            <a:extLst xmlns:a="http://schemas.openxmlformats.org/drawingml/2006/main">
              <a:ext uri="{FF2B5EF4-FFF2-40B4-BE49-F238E27FC236}">
                <a16:creationId xmlns:a16="http://schemas.microsoft.com/office/drawing/2014/main" id="{A2B925F2-9770-4F19-8BA2-A120678AB8F2}"/>
              </a:ext>
            </a:extLst>
          </p:cNvPr>
          <p:cNvSpPr>
            <a:spLocks xmlns:a="http://schemas.openxmlformats.org/drawingml/2006/main" noGrp="1"/>
          </p:cNvSpPr>
          <p:nvPr/>
        </p:nvSpPr>
        <p:spPr>
          <a:xfrm xmlns:a="http://schemas.openxmlformats.org/drawingml/2006/main">
            <a:off x="3429000" y="1752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panel.fasta + panel_manifest.json</a:t>
            </a:r>
          </a:p>
        </p:txBody>
      </p:sp>
      <p:sp>
        <p:nvSpPr>
          <p:cNvPr id="13" name="">
            <a:extLst xmlns:a="http://schemas.openxmlformats.org/drawingml/2006/main">
              <a:ext uri="{FF2B5EF4-FFF2-40B4-BE49-F238E27FC236}">
                <a16:creationId xmlns:a16="http://schemas.microsoft.com/office/drawing/2014/main" id="{B645DDFA-A30F-4692-A3C6-C4B47FB83FE2}"/>
              </a:ext>
            </a:extLst>
          </p:cNvPr>
          <p:cNvSpPr>
            <a:spLocks xmlns:a="http://schemas.openxmlformats.org/drawingml/2006/main" noGrp="1"/>
          </p:cNvSpPr>
          <p:nvPr/>
        </p:nvSpPr>
        <p:spPr>
          <a:xfrm xmlns:a="http://schemas.openxmlformats.org/drawingml/2006/main">
            <a:off x="7686675" y="1743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hashes, public sources, matched settings</a:t>
            </a:r>
          </a:p>
        </p:txBody>
      </p:sp>
      <p:sp>
        <p:nvSpPr>
          <p:cNvPr id="14" name="">
            <a:extLst xmlns:a="http://schemas.openxmlformats.org/drawingml/2006/main">
              <a:ext uri="{FF2B5EF4-FFF2-40B4-BE49-F238E27FC236}">
                <a16:creationId xmlns:a16="http://schemas.microsoft.com/office/drawing/2014/main" id="{5BB645ED-446F-4EE8-BDDD-4FD7EDA51586}"/>
              </a:ext>
            </a:extLst>
          </p:cNvPr>
          <p:cNvSpPr>
            <a:spLocks xmlns:a="http://schemas.openxmlformats.org/drawingml/2006/main" noGrp="1"/>
          </p:cNvSpPr>
          <p:nvPr/>
        </p:nvSpPr>
        <p:spPr>
          <a:xfrm xmlns:a="http://schemas.openxmlformats.org/drawingml/2006/main">
            <a:off x="514350" y="248602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15" name="">
            <a:extLst xmlns:a="http://schemas.openxmlformats.org/drawingml/2006/main">
              <a:ext uri="{FF2B5EF4-FFF2-40B4-BE49-F238E27FC236}">
                <a16:creationId xmlns:a16="http://schemas.microsoft.com/office/drawing/2014/main" id="{102D290E-8DCC-4274-B833-A342414532C5}"/>
              </a:ext>
            </a:extLst>
          </p:cNvPr>
          <p:cNvSpPr>
            <a:spLocks xmlns:a="http://schemas.openxmlformats.org/drawingml/2006/main" noGrp="1"/>
          </p:cNvSpPr>
          <p:nvPr/>
        </p:nvSpPr>
        <p:spPr>
          <a:xfrm xmlns:a="http://schemas.openxmlformats.org/drawingml/2006/main">
            <a:off x="685800" y="26289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F32D7D8-E6F9-4D07-9128-B11BD12AF1F7}"/>
              </a:ext>
            </a:extLst>
          </p:cNvPr>
          <p:cNvSpPr>
            <a:spLocks xmlns:a="http://schemas.openxmlformats.org/drawingml/2006/main" noGrp="1"/>
          </p:cNvSpPr>
          <p:nvPr/>
        </p:nvSpPr>
        <p:spPr>
          <a:xfrm xmlns:a="http://schemas.openxmlformats.org/drawingml/2006/main">
            <a:off x="685800" y="2705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3C9099C2-D7C0-43C9-B007-ED03D7B6FAB6}"/>
              </a:ext>
            </a:extLst>
          </p:cNvPr>
          <p:cNvSpPr>
            <a:spLocks xmlns:a="http://schemas.openxmlformats.org/drawingml/2006/main" noGrp="1"/>
          </p:cNvSpPr>
          <p:nvPr/>
        </p:nvSpPr>
        <p:spPr>
          <a:xfrm xmlns:a="http://schemas.openxmlformats.org/drawingml/2006/main">
            <a:off x="1295400" y="26098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Displayed predictions</a:t>
            </a:r>
          </a:p>
        </p:txBody>
      </p:sp>
      <p:sp>
        <p:nvSpPr>
          <p:cNvPr id="18" name="">
            <a:extLst xmlns:a="http://schemas.openxmlformats.org/drawingml/2006/main">
              <a:ext uri="{FF2B5EF4-FFF2-40B4-BE49-F238E27FC236}">
                <a16:creationId xmlns:a16="http://schemas.microsoft.com/office/drawing/2014/main" id="{64305577-2FD0-4BF6-B2AD-9803BD6749E7}"/>
              </a:ext>
            </a:extLst>
          </p:cNvPr>
          <p:cNvSpPr>
            <a:spLocks xmlns:a="http://schemas.openxmlformats.org/drawingml/2006/main" noGrp="1"/>
          </p:cNvSpPr>
          <p:nvPr/>
        </p:nvSpPr>
        <p:spPr>
          <a:xfrm xmlns:a="http://schemas.openxmlformats.org/drawingml/2006/main">
            <a:off x="3429000" y="2600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90 score JSON files + 90 PDB models</a:t>
            </a:r>
          </a:p>
        </p:txBody>
      </p:sp>
      <p:sp>
        <p:nvSpPr>
          <p:cNvPr id="19" name="">
            <a:extLst xmlns:a="http://schemas.openxmlformats.org/drawingml/2006/main">
              <a:ext uri="{FF2B5EF4-FFF2-40B4-BE49-F238E27FC236}">
                <a16:creationId xmlns:a16="http://schemas.microsoft.com/office/drawing/2014/main" id="{C02433C2-D89F-4151-9B34-7FFCC2CB6DB3}"/>
              </a:ext>
            </a:extLst>
          </p:cNvPr>
          <p:cNvSpPr>
            <a:spLocks xmlns:a="http://schemas.openxmlformats.org/drawingml/2006/main" noGrp="1"/>
          </p:cNvSpPr>
          <p:nvPr/>
        </p:nvSpPr>
        <p:spPr>
          <a:xfrm xmlns:a="http://schemas.openxmlformats.org/drawingml/2006/main">
            <a:off x="7686675" y="259080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Five models per linker construct; rank-1 path retained</a:t>
            </a:r>
          </a:p>
        </p:txBody>
      </p:sp>
      <p:sp>
        <p:nvSpPr>
          <p:cNvPr id="20" name="">
            <a:extLst xmlns:a="http://schemas.openxmlformats.org/drawingml/2006/main">
              <a:ext uri="{FF2B5EF4-FFF2-40B4-BE49-F238E27FC236}">
                <a16:creationId xmlns:a16="http://schemas.microsoft.com/office/drawing/2014/main" id="{425C9E84-371D-4BBC-9F94-9DFE84DFF8ED}"/>
              </a:ext>
            </a:extLst>
          </p:cNvPr>
          <p:cNvSpPr>
            <a:spLocks xmlns:a="http://schemas.openxmlformats.org/drawingml/2006/main" noGrp="1"/>
          </p:cNvSpPr>
          <p:nvPr/>
        </p:nvSpPr>
        <p:spPr>
          <a:xfrm xmlns:a="http://schemas.openxmlformats.org/drawingml/2006/main">
            <a:off x="514350" y="333375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21" name="">
            <a:extLst xmlns:a="http://schemas.openxmlformats.org/drawingml/2006/main">
              <a:ext uri="{FF2B5EF4-FFF2-40B4-BE49-F238E27FC236}">
                <a16:creationId xmlns:a16="http://schemas.microsoft.com/office/drawing/2014/main" id="{3D6448DE-4924-4807-8FC4-E3CB951DBCD3}"/>
              </a:ext>
            </a:extLst>
          </p:cNvPr>
          <p:cNvSpPr>
            <a:spLocks xmlns:a="http://schemas.openxmlformats.org/drawingml/2006/main" noGrp="1"/>
          </p:cNvSpPr>
          <p:nvPr/>
        </p:nvSpPr>
        <p:spPr>
          <a:xfrm xmlns:a="http://schemas.openxmlformats.org/drawingml/2006/main">
            <a:off x="685800" y="347662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4F44782-95DE-41E1-848A-59E5D90A7695}"/>
              </a:ext>
            </a:extLst>
          </p:cNvPr>
          <p:cNvSpPr>
            <a:spLocks xmlns:a="http://schemas.openxmlformats.org/drawingml/2006/main" noGrp="1"/>
          </p:cNvSpPr>
          <p:nvPr/>
        </p:nvSpPr>
        <p:spPr>
          <a:xfrm xmlns:a="http://schemas.openxmlformats.org/drawingml/2006/main">
            <a:off x="685800" y="3552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6296FCDB-46BC-4182-BC4C-B13BC27B5DB2}"/>
              </a:ext>
            </a:extLst>
          </p:cNvPr>
          <p:cNvSpPr>
            <a:spLocks xmlns:a="http://schemas.openxmlformats.org/drawingml/2006/main" noGrp="1"/>
          </p:cNvSpPr>
          <p:nvPr/>
        </p:nvSpPr>
        <p:spPr>
          <a:xfrm xmlns:a="http://schemas.openxmlformats.org/drawingml/2006/main">
            <a:off x="1295400" y="34575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Versioned summary</a:t>
            </a:r>
          </a:p>
        </p:txBody>
      </p:sp>
      <p:sp>
        <p:nvSpPr>
          <p:cNvPr id="24" name="">
            <a:extLst xmlns:a="http://schemas.openxmlformats.org/drawingml/2006/main">
              <a:ext uri="{FF2B5EF4-FFF2-40B4-BE49-F238E27FC236}">
                <a16:creationId xmlns:a16="http://schemas.microsoft.com/office/drawing/2014/main" id="{BC7085CE-9AEC-40E6-8305-D0A3955CCC55}"/>
              </a:ext>
            </a:extLst>
          </p:cNvPr>
          <p:cNvSpPr>
            <a:spLocks xmlns:a="http://schemas.openxmlformats.org/drawingml/2006/main" noGrp="1"/>
          </p:cNvSpPr>
          <p:nvPr/>
        </p:nvSpPr>
        <p:spPr>
          <a:xfrm xmlns:a="http://schemas.openxmlformats.org/drawingml/2006/main">
            <a:off x="3429000" y="3448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three_pair_comparison.json + .csv</a:t>
            </a:r>
          </a:p>
        </p:txBody>
      </p:sp>
      <p:sp>
        <p:nvSpPr>
          <p:cNvPr id="25" name="">
            <a:extLst xmlns:a="http://schemas.openxmlformats.org/drawingml/2006/main">
              <a:ext uri="{FF2B5EF4-FFF2-40B4-BE49-F238E27FC236}">
                <a16:creationId xmlns:a16="http://schemas.microsoft.com/office/drawing/2014/main" id="{BFBF45F2-B397-48D7-A5F6-107C3FBE69A6}"/>
              </a:ext>
            </a:extLst>
          </p:cNvPr>
          <p:cNvSpPr>
            <a:spLocks xmlns:a="http://schemas.openxmlformats.org/drawingml/2006/main" noGrp="1"/>
          </p:cNvSpPr>
          <p:nvPr/>
        </p:nvSpPr>
        <p:spPr>
          <a:xfrm xmlns:a="http://schemas.openxmlformats.org/drawingml/2006/main">
            <a:off x="7686675" y="34385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18 displayed linker rows, metrics, limitations</a:t>
            </a:r>
          </a:p>
        </p:txBody>
      </p:sp>
      <p:sp>
        <p:nvSpPr>
          <p:cNvPr id="26" name="">
            <a:extLst xmlns:a="http://schemas.openxmlformats.org/drawingml/2006/main">
              <a:ext uri="{FF2B5EF4-FFF2-40B4-BE49-F238E27FC236}">
                <a16:creationId xmlns:a16="http://schemas.microsoft.com/office/drawing/2014/main" id="{D8BAE405-BADE-499C-A6C8-B823D5C44AB0}"/>
              </a:ext>
            </a:extLst>
          </p:cNvPr>
          <p:cNvSpPr>
            <a:spLocks xmlns:a="http://schemas.openxmlformats.org/drawingml/2006/main" noGrp="1"/>
          </p:cNvSpPr>
          <p:nvPr/>
        </p:nvSpPr>
        <p:spPr>
          <a:xfrm xmlns:a="http://schemas.openxmlformats.org/drawingml/2006/main">
            <a:off x="514350" y="418147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603AB8F2-679A-4FBA-A866-C56540776E85}"/>
              </a:ext>
            </a:extLst>
          </p:cNvPr>
          <p:cNvSpPr>
            <a:spLocks xmlns:a="http://schemas.openxmlformats.org/drawingml/2006/main" noGrp="1"/>
          </p:cNvSpPr>
          <p:nvPr/>
        </p:nvSpPr>
        <p:spPr>
          <a:xfrm xmlns:a="http://schemas.openxmlformats.org/drawingml/2006/main">
            <a:off x="685800" y="432435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7E6923A-1833-48BE-98FE-86B981709B3D}"/>
              </a:ext>
            </a:extLst>
          </p:cNvPr>
          <p:cNvSpPr>
            <a:spLocks xmlns:a="http://schemas.openxmlformats.org/drawingml/2006/main" noGrp="1"/>
          </p:cNvSpPr>
          <p:nvPr/>
        </p:nvSpPr>
        <p:spPr>
          <a:xfrm xmlns:a="http://schemas.openxmlformats.org/drawingml/2006/main">
            <a:off x="685800" y="44005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FCC3BFD2-64AC-4991-950B-B88E26A446B7}"/>
              </a:ext>
            </a:extLst>
          </p:cNvPr>
          <p:cNvSpPr>
            <a:spLocks xmlns:a="http://schemas.openxmlformats.org/drawingml/2006/main" noGrp="1"/>
          </p:cNvSpPr>
          <p:nvPr/>
        </p:nvSpPr>
        <p:spPr>
          <a:xfrm xmlns:a="http://schemas.openxmlformats.org/drawingml/2006/main">
            <a:off x="1295400" y="43053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Integrity</a:t>
            </a:r>
          </a:p>
        </p:txBody>
      </p:sp>
      <p:sp>
        <p:nvSpPr>
          <p:cNvPr id="30" name="">
            <a:extLst xmlns:a="http://schemas.openxmlformats.org/drawingml/2006/main">
              <a:ext uri="{FF2B5EF4-FFF2-40B4-BE49-F238E27FC236}">
                <a16:creationId xmlns:a16="http://schemas.microsoft.com/office/drawing/2014/main" id="{23DFA4DB-0F77-4346-81E4-D893666E8103}"/>
              </a:ext>
            </a:extLst>
          </p:cNvPr>
          <p:cNvSpPr>
            <a:spLocks xmlns:a="http://schemas.openxmlformats.org/drawingml/2006/main" noGrp="1"/>
          </p:cNvSpPr>
          <p:nvPr/>
        </p:nvSpPr>
        <p:spPr>
          <a:xfrm xmlns:a="http://schemas.openxmlformats.org/drawingml/2006/main">
            <a:off x="3429000" y="42957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Per-row PDB and score SHA-256</a:t>
            </a:r>
          </a:p>
        </p:txBody>
      </p:sp>
      <p:sp>
        <p:nvSpPr>
          <p:cNvPr id="31" name="">
            <a:extLst xmlns:a="http://schemas.openxmlformats.org/drawingml/2006/main">
              <a:ext uri="{FF2B5EF4-FFF2-40B4-BE49-F238E27FC236}">
                <a16:creationId xmlns:a16="http://schemas.microsoft.com/office/drawing/2014/main" id="{CCAA97B2-7C9C-4CA4-9D12-D61A1F47B374}"/>
              </a:ext>
            </a:extLst>
          </p:cNvPr>
          <p:cNvSpPr>
            <a:spLocks xmlns:a="http://schemas.openxmlformats.org/drawingml/2006/main" noGrp="1"/>
          </p:cNvSpPr>
          <p:nvPr/>
        </p:nvSpPr>
        <p:spPr>
          <a:xfrm xmlns:a="http://schemas.openxmlformats.org/drawingml/2006/main">
            <a:off x="7686675" y="428625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Detects file substitution after reporting</a:t>
            </a:r>
          </a:p>
        </p:txBody>
      </p:sp>
      <p:sp>
        <p:nvSpPr>
          <p:cNvPr id="32" name="">
            <a:extLst xmlns:a="http://schemas.openxmlformats.org/drawingml/2006/main">
              <a:ext uri="{FF2B5EF4-FFF2-40B4-BE49-F238E27FC236}">
                <a16:creationId xmlns:a16="http://schemas.microsoft.com/office/drawing/2014/main" id="{D53CC03E-6F9D-4A5D-B8D8-2761FCB630F2}"/>
              </a:ext>
            </a:extLst>
          </p:cNvPr>
          <p:cNvSpPr>
            <a:spLocks xmlns:a="http://schemas.openxmlformats.org/drawingml/2006/main" noGrp="1"/>
          </p:cNvSpPr>
          <p:nvPr/>
        </p:nvSpPr>
        <p:spPr>
          <a:xfrm xmlns:a="http://schemas.openxmlformats.org/drawingml/2006/main">
            <a:off x="514350" y="50292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33" name="">
            <a:extLst xmlns:a="http://schemas.openxmlformats.org/drawingml/2006/main">
              <a:ext uri="{FF2B5EF4-FFF2-40B4-BE49-F238E27FC236}">
                <a16:creationId xmlns:a16="http://schemas.microsoft.com/office/drawing/2014/main" id="{BD6636D7-FD91-4129-A709-4BC05E19DFA5}"/>
              </a:ext>
            </a:extLst>
          </p:cNvPr>
          <p:cNvSpPr>
            <a:spLocks xmlns:a="http://schemas.openxmlformats.org/drawingml/2006/main" noGrp="1"/>
          </p:cNvSpPr>
          <p:nvPr/>
        </p:nvSpPr>
        <p:spPr>
          <a:xfrm xmlns:a="http://schemas.openxmlformats.org/drawingml/2006/main">
            <a:off x="685800" y="517207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BD347E2-0019-4058-AFBC-AE2046BA3DF3}"/>
              </a:ext>
            </a:extLst>
          </p:cNvPr>
          <p:cNvSpPr>
            <a:spLocks xmlns:a="http://schemas.openxmlformats.org/drawingml/2006/main" noGrp="1"/>
          </p:cNvSpPr>
          <p:nvPr/>
        </p:nvSpPr>
        <p:spPr>
          <a:xfrm xmlns:a="http://schemas.openxmlformats.org/drawingml/2006/main">
            <a:off x="685800" y="52482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05</a:t>
            </a:r>
          </a:p>
        </p:txBody>
      </p:sp>
      <p:sp>
        <p:nvSpPr>
          <p:cNvPr id="35" name="">
            <a:extLst xmlns:a="http://schemas.openxmlformats.org/drawingml/2006/main">
              <a:ext uri="{FF2B5EF4-FFF2-40B4-BE49-F238E27FC236}">
                <a16:creationId xmlns:a16="http://schemas.microsoft.com/office/drawing/2014/main" id="{2A0D88B5-E1EC-4493-8D97-E2FCC7D54617}"/>
              </a:ext>
            </a:extLst>
          </p:cNvPr>
          <p:cNvSpPr>
            <a:spLocks xmlns:a="http://schemas.openxmlformats.org/drawingml/2006/main" noGrp="1"/>
          </p:cNvSpPr>
          <p:nvPr/>
        </p:nvSpPr>
        <p:spPr>
          <a:xfrm xmlns:a="http://schemas.openxmlformats.org/drawingml/2006/main">
            <a:off x="1295400" y="51530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Presentation</a:t>
            </a:r>
          </a:p>
        </p:txBody>
      </p:sp>
      <p:sp>
        <p:nvSpPr>
          <p:cNvPr id="36" name="">
            <a:extLst xmlns:a="http://schemas.openxmlformats.org/drawingml/2006/main">
              <a:ext uri="{FF2B5EF4-FFF2-40B4-BE49-F238E27FC236}">
                <a16:creationId xmlns:a16="http://schemas.microsoft.com/office/drawing/2014/main" id="{AB4E2754-4327-4022-AB42-1ACF4FEE656D}"/>
              </a:ext>
            </a:extLst>
          </p:cNvPr>
          <p:cNvSpPr>
            <a:spLocks xmlns:a="http://schemas.openxmlformats.org/drawingml/2006/main" noGrp="1"/>
          </p:cNvSpPr>
          <p:nvPr/>
        </p:nvSpPr>
        <p:spPr>
          <a:xfrm xmlns:a="http://schemas.openxmlformats.org/drawingml/2006/main">
            <a:off x="3429000" y="51435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Editable charts, tables, and speaker notes</a:t>
            </a:r>
          </a:p>
        </p:txBody>
      </p:sp>
      <p:sp>
        <p:nvSpPr>
          <p:cNvPr id="37" name="">
            <a:extLst xmlns:a="http://schemas.openxmlformats.org/drawingml/2006/main">
              <a:ext uri="{FF2B5EF4-FFF2-40B4-BE49-F238E27FC236}">
                <a16:creationId xmlns:a16="http://schemas.microsoft.com/office/drawing/2014/main" id="{5F166CE2-FA90-48F2-9778-FF307C9095DF}"/>
              </a:ext>
            </a:extLst>
          </p:cNvPr>
          <p:cNvSpPr>
            <a:spLocks xmlns:a="http://schemas.openxmlformats.org/drawingml/2006/main" noGrp="1"/>
          </p:cNvSpPr>
          <p:nvPr/>
        </p:nvSpPr>
        <p:spPr>
          <a:xfrm xmlns:a="http://schemas.openxmlformats.org/drawingml/2006/main">
            <a:off x="7686675" y="51339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numbers derived from the JSON summary</a:t>
            </a:r>
          </a:p>
        </p:txBody>
      </p:sp>
    </p:spTree>
    <p:extLst>
      <p:ext uri="{BB962C8B-B14F-4D97-AF65-F5344CB8AC3E}">
        <p14:creationId xmlns:p14="http://schemas.microsoft.com/office/powerpoint/2010/main" val="2110039243"/>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FD1089-BF59-4373-9231-6EA8417D0BA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756F7A-7CB9-4C9F-BEDB-E9F010A476D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0CBC91DD-5342-4DF9-A2E7-78D6FD4AF980}"/>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FUTURE STRUCTURAL VALIDATION</a:t>
            </a:r>
          </a:p>
        </p:txBody>
      </p:sp>
      <p:sp>
        <p:nvSpPr>
          <p:cNvPr id="4" name="">
            <a:extLst xmlns:a="http://schemas.openxmlformats.org/drawingml/2006/main">
              <a:ext uri="{FF2B5EF4-FFF2-40B4-BE49-F238E27FC236}">
                <a16:creationId xmlns:a16="http://schemas.microsoft.com/office/drawing/2014/main" id="{420E71A7-3DAB-4205-A85A-BEBFEF390AD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Deferred by decision; not executed by this acceptance run; full protocols are documented in the future roadmap</a:t>
            </a:r>
          </a:p>
        </p:txBody>
      </p:sp>
      <p:sp>
        <p:nvSpPr>
          <p:cNvPr id="5" name="">
            <a:extLst xmlns:a="http://schemas.openxmlformats.org/drawingml/2006/main">
              <a:ext uri="{FF2B5EF4-FFF2-40B4-BE49-F238E27FC236}">
                <a16:creationId xmlns:a16="http://schemas.microsoft.com/office/drawing/2014/main" id="{621E2651-4092-45C6-A32B-A1983F40B003}"/>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31</a:t>
            </a:r>
          </a:p>
        </p:txBody>
      </p:sp>
      <p:sp>
        <p:nvSpPr>
          <p:cNvPr id="6" name="">
            <a:extLst xmlns:a="http://schemas.openxmlformats.org/drawingml/2006/main">
              <a:ext uri="{FF2B5EF4-FFF2-40B4-BE49-F238E27FC236}">
                <a16:creationId xmlns:a16="http://schemas.microsoft.com/office/drawing/2014/main" id="{308FDF21-D239-4606-B4BF-93EC53280D7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Deferred analyses and why they remain useful</a:t>
            </a:r>
          </a:p>
        </p:txBody>
      </p:sp>
      <p:sp>
        <p:nvSpPr>
          <p:cNvPr id="7" name="">
            <a:extLst xmlns:a="http://schemas.openxmlformats.org/drawingml/2006/main">
              <a:ext uri="{FF2B5EF4-FFF2-40B4-BE49-F238E27FC236}">
                <a16:creationId xmlns:a16="http://schemas.microsoft.com/office/drawing/2014/main" id="{6F8092EE-3DBD-41D1-912B-09419E599D0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These methods add orthogonal evidence later; none can retroactively turn this panel into biological validation</a:t>
            </a:r>
          </a:p>
        </p:txBody>
      </p:sp>
      <p:graphicFrame>
        <p:nvGraphicFramePr>
          <p:cNvPr id="8" name="">
            <a:extLst xmlns:a="http://schemas.openxmlformats.org/drawingml/2006/main">
              <a:ext uri="{FF2B5EF4-FFF2-40B4-BE49-F238E27FC236}">
                <a16:creationId xmlns:a16="http://schemas.microsoft.com/office/drawing/2014/main" id="{058A756D-BB66-4878-9917-BABE696472EB}"/>
              </a:ext>
            </a:extLst>
          </p:cNvPr>
          <p:cNvGraphicFramePr/>
          <p:nvPr/>
        </p:nvGraphicFramePr>
        <p:xfrm>
          <a:off xmlns:a="http://schemas.openxmlformats.org/drawingml/2006/main" x="476250" y="1562100"/>
          <a:ext xmlns:a="http://schemas.openxmlformats.org/drawingml/2006/main" cx="11239500" cy="4324350"/>
        </p:xfrm>
        <a:graphic xmlns:a="http://schemas.openxmlformats.org/drawingml/2006/main">
          <a:graphicData uri="http://schemas.openxmlformats.org/drawingml/2006/table">
            <a:tbl>
              <a:tblPr/>
              <a:tblGrid>
                <a:gridCol w="2476500"/>
                <a:gridCol w="4000500"/>
                <a:gridCol w="4762500"/>
              </a:tblGrid>
              <a:tr h="617764">
                <a:tc>
                  <a:txBody>
                    <a:bodyPr/>
                    <a:lstStyle/>
                    <a:p>
                      <a:r>
                        <a:rPr sz="900" b="1">
                          <a:solidFill>
                            <a:srgbClr val="FFFFFF"/>
                          </a:solidFill>
                          <a:latin typeface="Arial"/>
                          <a:ea typeface="Arial"/>
                          <a:cs typeface="Arial"/>
                        </a:rPr>
                        <a:t>Deferred 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is needed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How it would be run later</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7764">
                <a:tc>
                  <a:txBody>
                    <a:bodyPr/>
                    <a:lstStyle/>
                    <a:p>
                      <a:r>
                        <a:rPr sz="788">
                          <a:solidFill>
                            <a:srgbClr val="F4F7F5"/>
                          </a:solidFill>
                          <a:latin typeface="Arial"/>
                          <a:ea typeface="Arial"/>
                          <a:cs typeface="Arial"/>
                        </a:rPr>
                        <a:t>Ensemble agreement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Separates one-model confidence from repeatability</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seeds/models and report residue- and domain-level dispersion</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Reference lDDT / TM-score</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domain preservation beyond RMSD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Align each predicted domain to the sequence-matched PDB reference</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Automatic functional-site mapping</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Checks whether protected sites remain spatially accessible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Map curated residues; calculate exposure, occlusion, and linker proximity</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DSSP</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Tracks secondary-structure changes near junctions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Run DSSP on references and predictions; compare junction windows</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Post-OpenMM change analysis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Measures drift from the starting prediction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minimized/replicated trajectories with the same structural metrics</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Production OpenMM</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longer-timescale mechanical stability</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Pre-register protocol; run replicated GPU trajectories only after resource approval</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33D6A57D-9976-4B0C-83CE-D1897A6ACEFB}"/>
              </a:ext>
            </a:extLst>
          </p:cNvPr>
          <p:cNvSpPr>
            <a:spLocks xmlns:a="http://schemas.openxmlformats.org/drawingml/2006/main" noGrp="1"/>
          </p:cNvSpPr>
          <p:nvPr/>
        </p:nvSpPr>
        <p:spPr>
          <a:xfrm xmlns:a="http://schemas.openxmlformats.org/drawingml/2006/main">
            <a:off x="476250" y="6010275"/>
            <a:ext cx="11239500" cy="304800"/>
          </a:xfrm>
          <a:prstGeom xmlns:a="http://schemas.openxmlformats.org/drawingml/2006/main" prst="roundRect">
            <a:avLst>
              <a:gd name="adj" fmla="val 25000"/>
            </a:avLst>
          </a:prstGeom>
          <a:solidFill xmlns:a="http://schemas.openxmlformats.org/drawingml/2006/main">
            <a:srgbClr val="102720"/>
          </a:solidFill>
          <a:ln xmlns:a="http://schemas.openxmlformats.org/drawingml/2006/main" w="9525">
            <a:solidFill>
              <a:srgbClr val="F1C84B"/>
            </a:solidFill>
            <a:prstDash val="solid"/>
          </a:ln>
        </p:spPr>
      </p:sp>
      <p:sp>
        <p:nvSpPr>
          <p:cNvPr id="10" name="">
            <a:extLst xmlns:a="http://schemas.openxmlformats.org/drawingml/2006/main">
              <a:ext uri="{FF2B5EF4-FFF2-40B4-BE49-F238E27FC236}">
                <a16:creationId xmlns:a16="http://schemas.microsoft.com/office/drawing/2014/main" id="{D8124C8F-5939-4BE1-9A02-905DA877CE3E}"/>
              </a:ext>
            </a:extLst>
          </p:cNvPr>
          <p:cNvSpPr>
            <a:spLocks xmlns:a="http://schemas.openxmlformats.org/drawingml/2006/main" noGrp="1"/>
          </p:cNvSpPr>
          <p:nvPr/>
        </p:nvSpPr>
        <p:spPr>
          <a:xfrm xmlns:a="http://schemas.openxmlformats.org/drawingml/2006/main">
            <a:off x="666750" y="606742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975" b="1" i="0">
                <a:solidFill>
                  <a:srgbClr val="F4F7F5"/>
                </a:solidFill>
                <a:latin typeface="Arial"/>
                <a:ea typeface="Arial"/>
                <a:cs typeface="Arial"/>
              </a:defRPr>
            </a:defPPr>
            <a:lvl1pPr algn="ctr">
              <a:defRPr sz="975" b="1" i="0">
                <a:solidFill>
                  <a:srgbClr val="F4F7F5"/>
                </a:solidFill>
                <a:latin typeface="Arial"/>
                <a:ea typeface="Arial"/>
                <a:cs typeface="Arial"/>
              </a:defRPr>
            </a:lvl1pPr>
            <a:lvl2pPr algn="ctr">
              <a:defRPr sz="975" b="1" i="0">
                <a:solidFill>
                  <a:srgbClr val="F4F7F5"/>
                </a:solidFill>
                <a:latin typeface="Arial"/>
                <a:ea typeface="Arial"/>
                <a:cs typeface="Arial"/>
              </a:defRPr>
            </a:lvl2pPr>
            <a:lvl3pPr algn="ctr">
              <a:defRPr sz="975" b="1" i="0">
                <a:solidFill>
                  <a:srgbClr val="F4F7F5"/>
                </a:solidFill>
                <a:latin typeface="Arial"/>
                <a:ea typeface="Arial"/>
                <a:cs typeface="Arial"/>
              </a:defRPr>
            </a:lvl3pPr>
            <a:lvl4pPr algn="ctr">
              <a:defRPr sz="975" b="1" i="0">
                <a:solidFill>
                  <a:srgbClr val="F4F7F5"/>
                </a:solidFill>
                <a:latin typeface="Arial"/>
                <a:ea typeface="Arial"/>
                <a:cs typeface="Arial"/>
              </a:defRPr>
            </a:lvl4pPr>
            <a:lvl5pPr algn="ctr">
              <a:defRPr sz="975" b="1" i="0">
                <a:solidFill>
                  <a:srgbClr val="F4F7F5"/>
                </a:solidFill>
                <a:latin typeface="Arial"/>
                <a:ea typeface="Arial"/>
                <a:cs typeface="Arial"/>
              </a:defRPr>
            </a:lvl5pPr>
            <a:lvl6pPr algn="ctr">
              <a:defRPr sz="975" b="1" i="0">
                <a:solidFill>
                  <a:srgbClr val="F4F7F5"/>
                </a:solidFill>
                <a:latin typeface="Arial"/>
                <a:ea typeface="Arial"/>
                <a:cs typeface="Arial"/>
              </a:defRPr>
            </a:lvl6pPr>
            <a:lvl7pPr algn="ctr">
              <a:defRPr sz="975" b="1" i="0">
                <a:solidFill>
                  <a:srgbClr val="F4F7F5"/>
                </a:solidFill>
                <a:latin typeface="Arial"/>
                <a:ea typeface="Arial"/>
                <a:cs typeface="Arial"/>
              </a:defRPr>
            </a:lvl7pPr>
            <a:lvl8pPr algn="ctr">
              <a:defRPr sz="975" b="1" i="0">
                <a:solidFill>
                  <a:srgbClr val="F4F7F5"/>
                </a:solidFill>
                <a:latin typeface="Arial"/>
                <a:ea typeface="Arial"/>
                <a:cs typeface="Arial"/>
              </a:defRPr>
            </a:lvl8pPr>
            <a:lvl9pPr algn="ctr">
              <a:defRPr sz="975" b="1" i="0">
                <a:solidFill>
                  <a:srgbClr val="F4F7F5"/>
                </a:solidFill>
                <a:latin typeface="Arial"/>
                <a:ea typeface="Arial"/>
                <a:cs typeface="Arial"/>
              </a:defRPr>
            </a:lvl9pPr>
          </a:lstStyle>
          <a:p xmlns:a="http://schemas.openxmlformats.org/drawingml/2006/main">
            <a:pPr algn="ctr">
              <a:defRPr sz="975" b="1" i="0">
                <a:solidFill>
                  <a:srgbClr val="F4F7F5"/>
                </a:solidFill>
                <a:latin typeface="Arial"/>
                <a:ea typeface="Arial"/>
                <a:cs typeface="Arial"/>
              </a:defRPr>
            </a:pPr>
            <a:r>
              <a:rPr sz="975" b="1" i="0">
                <a:solidFill>
                  <a:srgbClr val="F4F7F5"/>
                </a:solidFill>
                <a:latin typeface="Arial"/>
                <a:ea typeface="Arial"/>
                <a:cs typeface="Arial"/>
              </a:rPr>
              <a:t>OpenMM remains on hold. Rosetta and independent predictor families also remain future integrations; no hidden substitute is claimed.</a:t>
            </a:r>
          </a:p>
        </p:txBody>
      </p:sp>
    </p:spTree>
    <p:extLst>
      <p:ext uri="{BB962C8B-B14F-4D97-AF65-F5344CB8AC3E}">
        <p14:creationId xmlns:p14="http://schemas.microsoft.com/office/powerpoint/2010/main" val="1406332209"/>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BB807104-9631-4CBD-A716-C9CED8C03C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409EC30-499C-45E0-B5C1-13FD8BEDDD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97D7F82-32BA-41AA-A8D9-441BBF02C15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0DAC9E4F-6673-42B1-B99B-C2BAD2C0B1F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xmlns:a="http://schemas.openxmlformats.org/drawingml/2006/main">
              <a:ext uri="{FF2B5EF4-FFF2-40B4-BE49-F238E27FC236}">
                <a16:creationId xmlns:a16="http://schemas.microsoft.com/office/drawing/2014/main" id="{543A78BB-7290-4873-A6E2-BD4B2BCFC7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32</a:t>
            </a:r>
          </a:p>
        </p:txBody>
      </p:sp>
      <p:sp>
        <p:nvSpPr>
          <p:cNvPr id="6" name="Rectangle 5">
            <a:extLst xmlns:a="http://schemas.openxmlformats.org/drawingml/2006/main">
              <a:ext uri="{FF2B5EF4-FFF2-40B4-BE49-F238E27FC236}">
                <a16:creationId xmlns:a16="http://schemas.microsoft.com/office/drawing/2014/main" id="{AED5E1F8-86B9-46C8-A5EE-36EB4E9B07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xmlns:a="http://schemas.openxmlformats.org/drawingml/2006/main">
              <a:ext uri="{FF2B5EF4-FFF2-40B4-BE49-F238E27FC236}">
                <a16:creationId xmlns:a16="http://schemas.microsoft.com/office/drawing/2014/main" id="{873A09CB-3694-4769-ADCC-0804B9B04B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xmlns:a="http://schemas.openxmlformats.org/drawingml/2006/main">
              <a:ext uri="{FF2B5EF4-FFF2-40B4-BE49-F238E27FC236}">
                <a16:creationId xmlns:a16="http://schemas.microsoft.com/office/drawing/2014/main" id="{21543A66-F6C8-466B-B9A6-131F53360479}"/>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xmlns:a="http://schemas.openxmlformats.org/drawingml/2006/main">
              <a:ext uri="{FF2B5EF4-FFF2-40B4-BE49-F238E27FC236}">
                <a16:creationId xmlns:a16="http://schemas.microsoft.com/office/drawing/2014/main" id="{8BDFA0C4-9B86-41D3-8095-151EE5A87F19}"/>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xmlns:a="http://schemas.openxmlformats.org/drawingml/2006/main">
              <a:ext uri="{FF2B5EF4-FFF2-40B4-BE49-F238E27FC236}">
                <a16:creationId xmlns:a16="http://schemas.microsoft.com/office/drawing/2014/main" id="{9B84E9CD-BC3D-42F7-92FA-72156EE1D751}"/>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xmlns:a="http://schemas.openxmlformats.org/drawingml/2006/main">
              <a:ext uri="{FF2B5EF4-FFF2-40B4-BE49-F238E27FC236}">
                <a16:creationId xmlns:a16="http://schemas.microsoft.com/office/drawing/2014/main" id="{FA605BA5-5F14-4559-BD1F-BA9F892B6D08}"/>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xmlns:a="http://schemas.openxmlformats.org/drawingml/2006/main">
              <a:ext uri="{FF2B5EF4-FFF2-40B4-BE49-F238E27FC236}">
                <a16:creationId xmlns:a16="http://schemas.microsoft.com/office/drawing/2014/main" id="{DC005883-43C7-4D90-9535-1E119A220B6D}"/>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xmlns:a="http://schemas.openxmlformats.org/drawingml/2006/main">
              <a:ext uri="{FF2B5EF4-FFF2-40B4-BE49-F238E27FC236}">
                <a16:creationId xmlns:a16="http://schemas.microsoft.com/office/drawing/2014/main" id="{84037CEA-DFFC-4DA6-88AC-4CC8FF9E94E9}"/>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xmlns:a="http://schemas.openxmlformats.org/drawingml/2006/main">
              <a:ext uri="{FF2B5EF4-FFF2-40B4-BE49-F238E27FC236}">
                <a16:creationId xmlns:a16="http://schemas.microsoft.com/office/drawing/2014/main" id="{B5F5631E-ED31-4A6A-B0BA-3887852D6CAA}"/>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xmlns:a="http://schemas.openxmlformats.org/drawingml/2006/main">
              <a:ext uri="{FF2B5EF4-FFF2-40B4-BE49-F238E27FC236}">
                <a16:creationId xmlns:a16="http://schemas.microsoft.com/office/drawing/2014/main" id="{59C1ED7F-BEF5-4A47-9635-E2493668959D}"/>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xmlns:a="http://schemas.openxmlformats.org/drawingml/2006/main">
              <a:ext uri="{FF2B5EF4-FFF2-40B4-BE49-F238E27FC236}">
                <a16:creationId xmlns:a16="http://schemas.microsoft.com/office/drawing/2014/main" id="{843D5D9F-0BC0-4D55-B70A-B2650F2B40D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xmlns:a="http://schemas.openxmlformats.org/drawingml/2006/main">
              <a:ext uri="{FF2B5EF4-FFF2-40B4-BE49-F238E27FC236}">
                <a16:creationId xmlns:a16="http://schemas.microsoft.com/office/drawing/2014/main" id="{1BF2160F-E74D-4FA6-897F-DE88139C26FC}"/>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xmlns:a="http://schemas.openxmlformats.org/drawingml/2006/main">
              <a:ext uri="{FF2B5EF4-FFF2-40B4-BE49-F238E27FC236}">
                <a16:creationId xmlns:a16="http://schemas.microsoft.com/office/drawing/2014/main" id="{D480A1CB-840E-421D-A86F-864382236CC1}"/>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xmlns:a="http://schemas.openxmlformats.org/drawingml/2006/main">
              <a:ext uri="{FF2B5EF4-FFF2-40B4-BE49-F238E27FC236}">
                <a16:creationId xmlns:a16="http://schemas.microsoft.com/office/drawing/2014/main" id="{2DBFA75B-80C3-4463-9D3B-010124DC24A0}"/>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xmlns:a="http://schemas.openxmlformats.org/drawingml/2006/main">
              <a:ext uri="{FF2B5EF4-FFF2-40B4-BE49-F238E27FC236}">
                <a16:creationId xmlns:a16="http://schemas.microsoft.com/office/drawing/2014/main" id="{B9548699-7D12-4BF3-B5BF-9C587733B643}"/>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09307077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9395FEB-A3FF-434B-AEFA-C1FF6A7530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1AF58A2-54AC-4E82-8650-5ACC0BA35A8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E424CD9-7892-47FD-B542-F0A5873AC9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823A14F4-D77B-4A52-B347-1124D501461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xmlns:a="http://schemas.openxmlformats.org/drawingml/2006/main">
              <a:ext uri="{FF2B5EF4-FFF2-40B4-BE49-F238E27FC236}">
                <a16:creationId xmlns:a16="http://schemas.microsoft.com/office/drawing/2014/main" id="{87C8FF70-4888-44B0-BEB8-B0D660DADA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33</a:t>
            </a:r>
          </a:p>
        </p:txBody>
      </p:sp>
      <p:sp>
        <p:nvSpPr>
          <p:cNvPr id="6" name="Rectangle 5">
            <a:extLst xmlns:a="http://schemas.openxmlformats.org/drawingml/2006/main">
              <a:ext uri="{FF2B5EF4-FFF2-40B4-BE49-F238E27FC236}">
                <a16:creationId xmlns:a16="http://schemas.microsoft.com/office/drawing/2014/main" id="{89B5B173-AD4F-4488-99D7-D26EC2884B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xmlns:a="http://schemas.openxmlformats.org/drawingml/2006/main">
              <a:ext uri="{FF2B5EF4-FFF2-40B4-BE49-F238E27FC236}">
                <a16:creationId xmlns:a16="http://schemas.microsoft.com/office/drawing/2014/main" id="{D0A13E9B-0FDB-4A24-96BF-6F7B65A154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xmlns:a="http://schemas.openxmlformats.org/drawingml/2006/main">
              <a:ext uri="{FF2B5EF4-FFF2-40B4-BE49-F238E27FC236}">
                <a16:creationId xmlns:a16="http://schemas.microsoft.com/office/drawing/2014/main" id="{4F17B5AE-B2C0-451B-883D-F79B47D94097}"/>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xmlns:a="http://schemas.openxmlformats.org/drawingml/2006/main">
              <a:ext uri="{FF2B5EF4-FFF2-40B4-BE49-F238E27FC236}">
                <a16:creationId xmlns:a16="http://schemas.microsoft.com/office/drawing/2014/main" id="{FE8271D3-D8A2-4F6B-8DE0-BF772DE46B5D}"/>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xmlns:a="http://schemas.openxmlformats.org/drawingml/2006/main">
              <a:ext uri="{FF2B5EF4-FFF2-40B4-BE49-F238E27FC236}">
                <a16:creationId xmlns:a16="http://schemas.microsoft.com/office/drawing/2014/main" id="{6278BBBD-CC72-4B01-ACF9-C7F36DB8FCCA}"/>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xmlns:a="http://schemas.openxmlformats.org/drawingml/2006/main">
              <a:ext uri="{FF2B5EF4-FFF2-40B4-BE49-F238E27FC236}">
                <a16:creationId xmlns:a16="http://schemas.microsoft.com/office/drawing/2014/main" id="{F8B75AAD-AA34-4318-8C23-18F6A89AD154}"/>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xmlns:a="http://schemas.openxmlformats.org/drawingml/2006/main">
              <a:ext uri="{FF2B5EF4-FFF2-40B4-BE49-F238E27FC236}">
                <a16:creationId xmlns:a16="http://schemas.microsoft.com/office/drawing/2014/main" id="{D267FD50-8A31-459F-831A-1EFE0F7B630C}"/>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xmlns:a="http://schemas.openxmlformats.org/drawingml/2006/main">
              <a:ext uri="{FF2B5EF4-FFF2-40B4-BE49-F238E27FC236}">
                <a16:creationId xmlns:a16="http://schemas.microsoft.com/office/drawing/2014/main" id="{24566125-A88C-4AD4-A850-D1798E47B27B}"/>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xmlns:a="http://schemas.openxmlformats.org/drawingml/2006/main">
              <a:ext uri="{FF2B5EF4-FFF2-40B4-BE49-F238E27FC236}">
                <a16:creationId xmlns:a16="http://schemas.microsoft.com/office/drawing/2014/main" id="{AC46B1A3-8D39-430A-A10D-2CE07BE03EB2}"/>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xmlns:a="http://schemas.openxmlformats.org/drawingml/2006/main">
              <a:ext uri="{FF2B5EF4-FFF2-40B4-BE49-F238E27FC236}">
                <a16:creationId xmlns:a16="http://schemas.microsoft.com/office/drawing/2014/main" id="{79FB2DB9-E2A1-469E-9F15-9B8AB72EC374}"/>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xmlns:a="http://schemas.openxmlformats.org/drawingml/2006/main">
              <a:ext uri="{FF2B5EF4-FFF2-40B4-BE49-F238E27FC236}">
                <a16:creationId xmlns:a16="http://schemas.microsoft.com/office/drawing/2014/main" id="{44C1D9BE-1FA0-4CD4-8210-5AE5A9BFFD5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xmlns:a="http://schemas.openxmlformats.org/drawingml/2006/main">
              <a:ext uri="{FF2B5EF4-FFF2-40B4-BE49-F238E27FC236}">
                <a16:creationId xmlns:a16="http://schemas.microsoft.com/office/drawing/2014/main" id="{BF7AFBF4-3FBF-4B26-A121-A2CF75D51271}"/>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xmlns:a="http://schemas.openxmlformats.org/drawingml/2006/main">
              <a:ext uri="{FF2B5EF4-FFF2-40B4-BE49-F238E27FC236}">
                <a16:creationId xmlns:a16="http://schemas.microsoft.com/office/drawing/2014/main" id="{337072CE-B5CB-4A96-9741-992DF8BFFC0F}"/>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xmlns:a="http://schemas.openxmlformats.org/drawingml/2006/main">
              <a:ext uri="{FF2B5EF4-FFF2-40B4-BE49-F238E27FC236}">
                <a16:creationId xmlns:a16="http://schemas.microsoft.com/office/drawing/2014/main" id="{A87B41F4-3E77-487B-9E6C-F37B5D97E53A}"/>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xmlns:a="http://schemas.openxmlformats.org/drawingml/2006/main">
              <a:ext uri="{FF2B5EF4-FFF2-40B4-BE49-F238E27FC236}">
                <a16:creationId xmlns:a16="http://schemas.microsoft.com/office/drawing/2014/main" id="{26E951BA-B2DF-42B9-91ED-015AE86C60E8}"/>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45877320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25183B3-A78F-4A48-A92B-DD58CB0DD8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724084-5995-40E0-BEC4-19EB5BD151FF}"/>
              </a:ext>
            </a:extLst>
          </p:cNvPr>
          <p:cNvSpPr>
            <a:spLocks xmlns:a="http://schemas.openxmlformats.org/drawingml/2006/main" noGrp="1"/>
          </p:cNvSpPr>
          <p:nvPr/>
        </p:nvSpPr>
        <p:spPr>
          <a:xfrm xmlns:a="http://schemas.openxmlformats.org/drawingml/2006/main">
            <a:off x="590550" y="571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xmlns:a="http://schemas.openxmlformats.org/drawingml/2006/main">
              <a:ext uri="{FF2B5EF4-FFF2-40B4-BE49-F238E27FC236}">
                <a16:creationId xmlns:a16="http://schemas.microsoft.com/office/drawing/2014/main" id="{3AE8D327-80F0-40C0-88FB-8AD8638FF58F}"/>
              </a:ext>
            </a:extLst>
          </p:cNvPr>
          <p:cNvSpPr>
            <a:spLocks xmlns:a="http://schemas.openxmlformats.org/drawingml/2006/main" noGrp="1"/>
          </p:cNvSpPr>
          <p:nvPr/>
        </p:nvSpPr>
        <p:spPr>
          <a:xfrm xmlns:a="http://schemas.openxmlformats.org/drawingml/2006/main">
            <a:off x="590550" y="11430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algn="l">
              <a:buNone/>
              <a:defRPr sz="3000" b="1" i="0">
                <a:solidFill>
                  <a:srgbClr val="FFFFFF"/>
                </a:solidFill>
                <a:latin typeface="Arial"/>
                <a:ea typeface="Arial"/>
                <a:cs typeface="Arial"/>
              </a:defRPr>
            </a:pPr>
            <a:r>
              <a:rPr sz="3000" b="1" i="0">
                <a:solidFill>
                  <a:srgbClr val="FFFFFF"/>
                </a:solidFill>
                <a:latin typeface="Arial"/>
                <a:ea typeface="Arial"/>
                <a:cs typeface="Arial"/>
              </a:rPr>
              <a:t>Verified scope and next scientific milestone</a:t>
            </a:r>
          </a:p>
        </p:txBody>
      </p:sp>
      <p:sp>
        <p:nvSpPr>
          <p:cNvPr id="4" name="Oval 3">
            <a:extLst xmlns:a="http://schemas.openxmlformats.org/drawingml/2006/main">
              <a:ext uri="{FF2B5EF4-FFF2-40B4-BE49-F238E27FC236}">
                <a16:creationId xmlns:a16="http://schemas.microsoft.com/office/drawing/2014/main" id="{FDD966C8-C918-4457-895A-FFFC6C0C9481}"/>
              </a:ext>
            </a:extLst>
          </p:cNvPr>
          <p:cNvSpPr>
            <a:spLocks xmlns:a="http://schemas.openxmlformats.org/drawingml/2006/main" noGrp="1"/>
          </p:cNvSpPr>
          <p:nvPr/>
        </p:nvSpPr>
        <p:spPr>
          <a:xfrm xmlns:a="http://schemas.openxmlformats.org/drawingml/2006/main">
            <a:off x="619125" y="2286000"/>
            <a:ext cx="381000" cy="3810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5" name="Rectangle 4">
            <a:extLst xmlns:a="http://schemas.openxmlformats.org/drawingml/2006/main">
              <a:ext uri="{FF2B5EF4-FFF2-40B4-BE49-F238E27FC236}">
                <a16:creationId xmlns:a16="http://schemas.microsoft.com/office/drawing/2014/main" id="{6E0DBD00-5E0A-4A56-B8A6-E5BDD33F8E8B}"/>
              </a:ext>
            </a:extLst>
          </p:cNvPr>
          <p:cNvSpPr>
            <a:spLocks xmlns:a="http://schemas.openxmlformats.org/drawingml/2006/main" noGrp="1"/>
          </p:cNvSpPr>
          <p:nvPr/>
        </p:nvSpPr>
        <p:spPr>
          <a:xfrm xmlns:a="http://schemas.openxmlformats.org/drawingml/2006/main">
            <a:off x="619125" y="2362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ED2D08C2-AFF5-40D8-BA1B-18481D06C33E}"/>
              </a:ext>
            </a:extLst>
          </p:cNvPr>
          <p:cNvSpPr>
            <a:spLocks xmlns:a="http://schemas.openxmlformats.org/drawingml/2006/main" noGrp="1"/>
          </p:cNvSpPr>
          <p:nvPr/>
        </p:nvSpPr>
        <p:spPr>
          <a:xfrm xmlns:a="http://schemas.openxmlformats.org/drawingml/2006/main">
            <a:off x="1257300" y="2276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 across three public pairs.</a:t>
            </a:r>
          </a:p>
        </p:txBody>
      </p:sp>
      <p:sp>
        <p:nvSpPr>
          <p:cNvPr id="7" name="Oval 6">
            <a:extLst xmlns:a="http://schemas.openxmlformats.org/drawingml/2006/main">
              <a:ext uri="{FF2B5EF4-FFF2-40B4-BE49-F238E27FC236}">
                <a16:creationId xmlns:a16="http://schemas.microsoft.com/office/drawing/2014/main" id="{47EAAF5A-6FD2-463F-90E0-B3ECF48ECE45}"/>
              </a:ext>
            </a:extLst>
          </p:cNvPr>
          <p:cNvSpPr>
            <a:spLocks xmlns:a="http://schemas.openxmlformats.org/drawingml/2006/main" noGrp="1"/>
          </p:cNvSpPr>
          <p:nvPr/>
        </p:nvSpPr>
        <p:spPr>
          <a:xfrm xmlns:a="http://schemas.openxmlformats.org/drawingml/2006/main">
            <a:off x="619125" y="3238500"/>
            <a:ext cx="381000" cy="381000"/>
          </a:xfrm>
          <a:prstGeom xmlns:a="http://schemas.openxmlformats.org/drawingml/2006/main" prst="ellipse">
            <a:avLst/>
          </a:prstGeom>
          <a:solidFill xmlns:a="http://schemas.openxmlformats.org/drawingml/2006/main">
            <a:srgbClr val="F1C84B"/>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7C5FEE80-D5A7-4DFC-A33F-72B28C9375C2}"/>
              </a:ext>
            </a:extLst>
          </p:cNvPr>
          <p:cNvSpPr>
            <a:spLocks xmlns:a="http://schemas.openxmlformats.org/drawingml/2006/main" noGrp="1"/>
          </p:cNvSpPr>
          <p:nvPr/>
        </p:nvSpPr>
        <p:spPr>
          <a:xfrm xmlns:a="http://schemas.openxmlformats.org/drawingml/2006/main">
            <a:off x="619125" y="3314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4F5F2FBB-4593-40D4-A052-114CC15BC7E5}"/>
              </a:ext>
            </a:extLst>
          </p:cNvPr>
          <p:cNvSpPr>
            <a:spLocks xmlns:a="http://schemas.openxmlformats.org/drawingml/2006/main" noGrp="1"/>
          </p:cNvSpPr>
          <p:nvPr/>
        </p:nvSpPr>
        <p:spPr>
          <a:xfrm xmlns:a="http://schemas.openxmlformats.org/drawingml/2006/main">
            <a:off x="1257300" y="32289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18-construct linker panel verifies execution and traceability, not biological success or optimality.</a:t>
            </a:r>
          </a:p>
        </p:txBody>
      </p:sp>
      <p:sp>
        <p:nvSpPr>
          <p:cNvPr id="10" name="Oval 9">
            <a:extLst xmlns:a="http://schemas.openxmlformats.org/drawingml/2006/main">
              <a:ext uri="{FF2B5EF4-FFF2-40B4-BE49-F238E27FC236}">
                <a16:creationId xmlns:a16="http://schemas.microsoft.com/office/drawing/2014/main" id="{6B97DB7C-DB24-43D1-9196-8707024C8046}"/>
              </a:ext>
            </a:extLst>
          </p:cNvPr>
          <p:cNvSpPr>
            <a:spLocks xmlns:a="http://schemas.openxmlformats.org/drawingml/2006/main" noGrp="1"/>
          </p:cNvSpPr>
          <p:nvPr/>
        </p:nvSpPr>
        <p:spPr>
          <a:xfrm xmlns:a="http://schemas.openxmlformats.org/drawingml/2006/main">
            <a:off x="619125" y="4191000"/>
            <a:ext cx="381000" cy="3810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D162ECDB-F72B-4949-8829-9FB4C379A82A}"/>
              </a:ext>
            </a:extLst>
          </p:cNvPr>
          <p:cNvSpPr>
            <a:spLocks xmlns:a="http://schemas.openxmlformats.org/drawingml/2006/main" noGrp="1"/>
          </p:cNvSpPr>
          <p:nvPr/>
        </p:nvSpPr>
        <p:spPr>
          <a:xfrm xmlns:a="http://schemas.openxmlformats.org/drawingml/2006/main">
            <a:off x="619125" y="4267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5ACAAF8C-8ED6-4F48-93C4-C8D2D7A49D71}"/>
              </a:ext>
            </a:extLst>
          </p:cNvPr>
          <p:cNvSpPr>
            <a:spLocks xmlns:a="http://schemas.openxmlformats.org/drawingml/2006/main" noGrp="1"/>
          </p:cNvSpPr>
          <p:nvPr/>
        </p:nvSpPr>
        <p:spPr>
          <a:xfrm xmlns:a="http://schemas.openxmlformats.org/drawingml/2006/main">
            <a:off x="1257300" y="4181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xmlns:a="http://schemas.openxmlformats.org/drawingml/2006/main">
              <a:ext uri="{FF2B5EF4-FFF2-40B4-BE49-F238E27FC236}">
                <a16:creationId xmlns:a16="http://schemas.microsoft.com/office/drawing/2014/main" id="{975C89EE-1BA0-4227-93DF-F156E7DF667F}"/>
              </a:ext>
            </a:extLst>
          </p:cNvPr>
          <p:cNvSpPr>
            <a:spLocks xmlns:a="http://schemas.openxmlformats.org/drawingml/2006/main" noGrp="1"/>
          </p:cNvSpPr>
          <p:nvPr/>
        </p:nvSpPr>
        <p:spPr>
          <a:xfrm xmlns:a="http://schemas.openxmlformats.org/drawingml/2006/main">
            <a:off x="590550" y="5334000"/>
            <a:ext cx="10744200" cy="657225"/>
          </a:xfrm>
          <a:prstGeom xmlns:a="http://schemas.openxmlformats.org/drawingml/2006/main" prst="roundRect">
            <a:avLst>
              <a:gd name="adj" fmla="val 17391"/>
            </a:avLst>
          </a:prstGeom>
          <a:solidFill xmlns:a="http://schemas.openxmlformats.org/drawingml/2006/main">
            <a:srgbClr val="102720"/>
          </a:solidFill>
          <a:ln xmlns:a="http://schemas.openxmlformats.org/drawingml/2006/main" w="9525">
            <a:solidFill>
              <a:srgbClr val="3FC6D6"/>
            </a:solidFill>
            <a:prstDash val="solid"/>
          </a:ln>
        </p:spPr>
      </p:sp>
      <p:sp>
        <p:nvSpPr>
          <p:cNvPr id="14" name="Rectangle 13">
            <a:extLst xmlns:a="http://schemas.openxmlformats.org/drawingml/2006/main">
              <a:ext uri="{FF2B5EF4-FFF2-40B4-BE49-F238E27FC236}">
                <a16:creationId xmlns:a16="http://schemas.microsoft.com/office/drawing/2014/main" id="{BF0D0FB5-3902-4307-929B-BFB79E9338CD}"/>
              </a:ext>
            </a:extLst>
          </p:cNvPr>
          <p:cNvSpPr>
            <a:spLocks xmlns:a="http://schemas.openxmlformats.org/drawingml/2006/main" noGrp="1"/>
          </p:cNvSpPr>
          <p:nvPr/>
        </p:nvSpPr>
        <p:spPr>
          <a:xfrm xmlns:a="http://schemas.openxmlformats.org/drawingml/2006/main">
            <a:off x="866775" y="54959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3FC6D6"/>
                </a:solidFill>
                <a:latin typeface="Arial"/>
                <a:ea typeface="Arial"/>
                <a:cs typeface="Arial"/>
              </a:defRPr>
            </a:defPPr>
            <a:lvl1pPr algn="ctr">
              <a:buNone/>
              <a:defRPr sz="1575" b="1" i="0">
                <a:solidFill>
                  <a:srgbClr val="3FC6D6"/>
                </a:solidFill>
                <a:latin typeface="Arial"/>
                <a:ea typeface="Arial"/>
                <a:cs typeface="Arial"/>
              </a:defRPr>
            </a:lvl1pPr>
            <a:lvl2pPr algn="ctr">
              <a:buNone/>
              <a:defRPr sz="1575" b="1" i="0">
                <a:solidFill>
                  <a:srgbClr val="3FC6D6"/>
                </a:solidFill>
                <a:latin typeface="Arial"/>
                <a:ea typeface="Arial"/>
                <a:cs typeface="Arial"/>
              </a:defRPr>
            </a:lvl2pPr>
            <a:lvl3pPr algn="ctr">
              <a:buNone/>
              <a:defRPr sz="1575" b="1" i="0">
                <a:solidFill>
                  <a:srgbClr val="3FC6D6"/>
                </a:solidFill>
                <a:latin typeface="Arial"/>
                <a:ea typeface="Arial"/>
                <a:cs typeface="Arial"/>
              </a:defRPr>
            </a:lvl3pPr>
            <a:lvl4pPr algn="ctr">
              <a:buNone/>
              <a:defRPr sz="1575" b="1" i="0">
                <a:solidFill>
                  <a:srgbClr val="3FC6D6"/>
                </a:solidFill>
                <a:latin typeface="Arial"/>
                <a:ea typeface="Arial"/>
                <a:cs typeface="Arial"/>
              </a:defRPr>
            </a:lvl4pPr>
            <a:lvl5pPr algn="ctr">
              <a:buNone/>
              <a:defRPr sz="1575" b="1" i="0">
                <a:solidFill>
                  <a:srgbClr val="3FC6D6"/>
                </a:solidFill>
                <a:latin typeface="Arial"/>
                <a:ea typeface="Arial"/>
                <a:cs typeface="Arial"/>
              </a:defRPr>
            </a:lvl5pPr>
            <a:lvl6pPr algn="ctr">
              <a:buNone/>
              <a:defRPr sz="1575" b="1" i="0">
                <a:solidFill>
                  <a:srgbClr val="3FC6D6"/>
                </a:solidFill>
                <a:latin typeface="Arial"/>
                <a:ea typeface="Arial"/>
                <a:cs typeface="Arial"/>
              </a:defRPr>
            </a:lvl6pPr>
            <a:lvl7pPr algn="ctr">
              <a:buNone/>
              <a:defRPr sz="1575" b="1" i="0">
                <a:solidFill>
                  <a:srgbClr val="3FC6D6"/>
                </a:solidFill>
                <a:latin typeface="Arial"/>
                <a:ea typeface="Arial"/>
                <a:cs typeface="Arial"/>
              </a:defRPr>
            </a:lvl7pPr>
            <a:lvl8pPr algn="ctr">
              <a:buNone/>
              <a:defRPr sz="1575" b="1" i="0">
                <a:solidFill>
                  <a:srgbClr val="3FC6D6"/>
                </a:solidFill>
                <a:latin typeface="Arial"/>
                <a:ea typeface="Arial"/>
                <a:cs typeface="Arial"/>
              </a:defRPr>
            </a:lvl8pPr>
            <a:lvl9pPr algn="ctr">
              <a:buNone/>
              <a:defRPr sz="1575" b="1" i="0">
                <a:solidFill>
                  <a:srgbClr val="3FC6D6"/>
                </a:solidFill>
                <a:latin typeface="Arial"/>
                <a:ea typeface="Arial"/>
                <a:cs typeface="Arial"/>
              </a:defRPr>
            </a:lvl9pPr>
          </a:lstStyle>
          <a:p xmlns:a="http://schemas.openxmlformats.org/drawingml/2006/main">
            <a:pPr algn="ctr">
              <a:buNone/>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xmlns:a="http://schemas.openxmlformats.org/drawingml/2006/main">
              <a:ext uri="{FF2B5EF4-FFF2-40B4-BE49-F238E27FC236}">
                <a16:creationId xmlns:a16="http://schemas.microsoft.com/office/drawing/2014/main" id="{63C2703D-EEDF-4E0F-9207-E66CE8B71533}"/>
              </a:ext>
            </a:extLst>
          </p:cNvPr>
          <p:cNvSpPr>
            <a:spLocks xmlns:a="http://schemas.openxmlformats.org/drawingml/2006/main" noGrp="1"/>
          </p:cNvSpPr>
          <p:nvPr/>
        </p:nvSpPr>
        <p:spPr>
          <a:xfrm xmlns:a="http://schemas.openxmlformats.org/drawingml/2006/main">
            <a:off x="9563100" y="62769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r">
              <a:defRPr sz="1350" b="1" i="0">
                <a:solidFill>
                  <a:srgbClr val="FFFFFF"/>
                </a:solidFill>
                <a:latin typeface="Arial"/>
                <a:ea typeface="Arial"/>
                <a:cs typeface="Arial"/>
              </a:defRPr>
            </a:defPPr>
            <a:lvl1pPr algn="r">
              <a:buNone/>
              <a:defRPr sz="1350" b="1" i="0">
                <a:solidFill>
                  <a:srgbClr val="FFFFFF"/>
                </a:solidFill>
                <a:latin typeface="Arial"/>
                <a:ea typeface="Arial"/>
                <a:cs typeface="Arial"/>
              </a:defRPr>
            </a:lvl1pPr>
            <a:lvl2pPr algn="r">
              <a:buNone/>
              <a:defRPr sz="1350" b="1" i="0">
                <a:solidFill>
                  <a:srgbClr val="FFFFFF"/>
                </a:solidFill>
                <a:latin typeface="Arial"/>
                <a:ea typeface="Arial"/>
                <a:cs typeface="Arial"/>
              </a:defRPr>
            </a:lvl2pPr>
            <a:lvl3pPr algn="r">
              <a:buNone/>
              <a:defRPr sz="1350" b="1" i="0">
                <a:solidFill>
                  <a:srgbClr val="FFFFFF"/>
                </a:solidFill>
                <a:latin typeface="Arial"/>
                <a:ea typeface="Arial"/>
                <a:cs typeface="Arial"/>
              </a:defRPr>
            </a:lvl3pPr>
            <a:lvl4pPr algn="r">
              <a:buNone/>
              <a:defRPr sz="1350" b="1" i="0">
                <a:solidFill>
                  <a:srgbClr val="FFFFFF"/>
                </a:solidFill>
                <a:latin typeface="Arial"/>
                <a:ea typeface="Arial"/>
                <a:cs typeface="Arial"/>
              </a:defRPr>
            </a:lvl4pPr>
            <a:lvl5pPr algn="r">
              <a:buNone/>
              <a:defRPr sz="1350" b="1" i="0">
                <a:solidFill>
                  <a:srgbClr val="FFFFFF"/>
                </a:solidFill>
                <a:latin typeface="Arial"/>
                <a:ea typeface="Arial"/>
                <a:cs typeface="Arial"/>
              </a:defRPr>
            </a:lvl5pPr>
            <a:lvl6pPr algn="r">
              <a:buNone/>
              <a:defRPr sz="1350" b="1" i="0">
                <a:solidFill>
                  <a:srgbClr val="FFFFFF"/>
                </a:solidFill>
                <a:latin typeface="Arial"/>
                <a:ea typeface="Arial"/>
                <a:cs typeface="Arial"/>
              </a:defRPr>
            </a:lvl6pPr>
            <a:lvl7pPr algn="r">
              <a:buNone/>
              <a:defRPr sz="1350" b="1" i="0">
                <a:solidFill>
                  <a:srgbClr val="FFFFFF"/>
                </a:solidFill>
                <a:latin typeface="Arial"/>
                <a:ea typeface="Arial"/>
                <a:cs typeface="Arial"/>
              </a:defRPr>
            </a:lvl7pPr>
            <a:lvl8pPr algn="r">
              <a:buNone/>
              <a:defRPr sz="1350" b="1" i="0">
                <a:solidFill>
                  <a:srgbClr val="FFFFFF"/>
                </a:solidFill>
                <a:latin typeface="Arial"/>
                <a:ea typeface="Arial"/>
                <a:cs typeface="Arial"/>
              </a:defRPr>
            </a:lvl8pPr>
            <a:lvl9pPr algn="r">
              <a:buNone/>
              <a:defRPr sz="1350" b="1" i="0">
                <a:solidFill>
                  <a:srgbClr val="FFFFFF"/>
                </a:solidFill>
                <a:latin typeface="Arial"/>
                <a:ea typeface="Arial"/>
                <a:cs typeface="Arial"/>
              </a:defRPr>
            </a:lvl9pPr>
          </a:lstStyle>
          <a:p xmlns:a="http://schemas.openxmlformats.org/drawingml/2006/main">
            <a:pPr algn="r">
              <a:buNone/>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xmlns:a="http://schemas.openxmlformats.org/drawingml/2006/main">
              <a:ext uri="{FF2B5EF4-FFF2-40B4-BE49-F238E27FC236}">
                <a16:creationId xmlns:a16="http://schemas.microsoft.com/office/drawing/2014/main" id="{297E044F-AD40-430B-BDCC-5ABB66A1E20A}"/>
              </a:ext>
            </a:extLst>
          </p:cNvPr>
          <p:cNvSpPr>
            <a:spLocks xmlns:a="http://schemas.openxmlformats.org/drawingml/2006/main" noGrp="1"/>
          </p:cNvSpPr>
          <p:nvPr/>
        </p:nvSpPr>
        <p:spPr>
          <a:xfrm xmlns:a="http://schemas.openxmlformats.org/drawingml/2006/main">
            <a:off x="10287000" y="65722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4  ·  34</a:t>
            </a:r>
          </a:p>
        </p:txBody>
      </p:sp>
    </p:spTree>
    <p:extLst>
      <p:ext uri="{BB962C8B-B14F-4D97-AF65-F5344CB8AC3E}">
        <p14:creationId xmlns:p14="http://schemas.microsoft.com/office/powerpoint/2010/main" val="2012477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2026-10-22T10:07:40.9930000Z</dcterms:created>
  <dcterms:modified xsi:type="dcterms:W3CDTF">2026-10-22T10:07:40.9930000Z</dcterms:modified>
</coreProperties>
</file>