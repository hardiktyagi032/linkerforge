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c27638fb7841f9" /><Relationship Type="http://schemas.openxmlformats.org/officeDocument/2006/relationships/extended-properties" Target="/docProps/app.xml" Id="R6e32fbce8fa546d7" /><Relationship Type="http://schemas.openxmlformats.org/officeDocument/2006/relationships/officeDocument" Target="/ppt/presentation.xml" Id="R6796244d2f5c4095" /></Relationships>
</file>

<file path=ppt/presentation.xml><?xml version="1.0" encoding="utf-8"?>
<p:presentation xmlns:p="http://schemas.openxmlformats.org/presentationml/2006/main">
  <p:sldMasterIdLst>
    <p:sldMasterId xmlns:r="http://schemas.openxmlformats.org/officeDocument/2006/relationships" id="2147483648" r:id="Rf2b69573ed7e42e6"/>
  </p:sldMasterIdLst>
  <p:notesMasterIdLst>
    <p:notesMasterId xmlns:r="http://schemas.openxmlformats.org/officeDocument/2006/relationships" r:id="R9bb03446fbd54e01"/>
  </p:notesMasterIdLst>
  <p:sldIdLst>
    <p:sldId xmlns:r="http://schemas.openxmlformats.org/officeDocument/2006/relationships" id="256" r:id="R0f7712e5be1d4d51"/>
    <p:sldId xmlns:r="http://schemas.openxmlformats.org/officeDocument/2006/relationships" id="257" r:id="R504492c9ea964103"/>
    <p:sldId xmlns:r="http://schemas.openxmlformats.org/officeDocument/2006/relationships" id="258" r:id="R07c965b1c1d143d6"/>
    <p:sldId xmlns:r="http://schemas.openxmlformats.org/officeDocument/2006/relationships" id="259" r:id="R266afac668324fc0"/>
    <p:sldId xmlns:r="http://schemas.openxmlformats.org/officeDocument/2006/relationships" id="260" r:id="R1ac87e70f9544c08"/>
    <p:sldId xmlns:r="http://schemas.openxmlformats.org/officeDocument/2006/relationships" id="261" r:id="R6bcc053f9ec04618"/>
    <p:sldId xmlns:r="http://schemas.openxmlformats.org/officeDocument/2006/relationships" id="262" r:id="Radb605d2e0744974"/>
    <p:sldId xmlns:r="http://schemas.openxmlformats.org/officeDocument/2006/relationships" id="263" r:id="R7de3a52328c0469c"/>
    <p:sldId xmlns:r="http://schemas.openxmlformats.org/officeDocument/2006/relationships" id="264" r:id="R7521056674f943b3"/>
    <p:sldId xmlns:r="http://schemas.openxmlformats.org/officeDocument/2006/relationships" id="265" r:id="R4f0160ea704e4047"/>
    <p:sldId xmlns:r="http://schemas.openxmlformats.org/officeDocument/2006/relationships" id="266" r:id="R27c2a7df1e5148f5"/>
    <p:sldId xmlns:r="http://schemas.openxmlformats.org/officeDocument/2006/relationships" id="267" r:id="R316d546251fc4f1c"/>
    <p:sldId xmlns:r="http://schemas.openxmlformats.org/officeDocument/2006/relationships" id="268" r:id="Ra75f525ca25a4fe7"/>
    <p:sldId xmlns:r="http://schemas.openxmlformats.org/officeDocument/2006/relationships" id="269" r:id="Raac670d4c91b4c17"/>
    <p:sldId xmlns:r="http://schemas.openxmlformats.org/officeDocument/2006/relationships" id="270" r:id="R11cb26d695d24977"/>
    <p:sldId xmlns:r="http://schemas.openxmlformats.org/officeDocument/2006/relationships" id="271" r:id="Ra4ac53c0dac3414e"/>
    <p:sldId xmlns:r="http://schemas.openxmlformats.org/officeDocument/2006/relationships" id="272" r:id="Rdc311b73dbc74655"/>
    <p:sldId xmlns:r="http://schemas.openxmlformats.org/officeDocument/2006/relationships" id="273" r:id="R72ac6f9ff51941de"/>
    <p:sldId xmlns:r="http://schemas.openxmlformats.org/officeDocument/2006/relationships" id="274" r:id="Rd88010d2b9d44251"/>
    <p:sldId xmlns:r="http://schemas.openxmlformats.org/officeDocument/2006/relationships" id="275" r:id="R5b2e0b4518ee4317"/>
    <p:sldId xmlns:r="http://schemas.openxmlformats.org/officeDocument/2006/relationships" id="276" r:id="Rb2de0cde4c654dd3"/>
    <p:sldId xmlns:r="http://schemas.openxmlformats.org/officeDocument/2006/relationships" id="277" r:id="R96a14634c23847e8"/>
    <p:sldId xmlns:r="http://schemas.openxmlformats.org/officeDocument/2006/relationships" id="278" r:id="Rbda17cde410b4e0c"/>
    <p:sldId xmlns:r="http://schemas.openxmlformats.org/officeDocument/2006/relationships" id="279" r:id="Rfe58bb65c0944312"/>
    <p:sldId xmlns:r="http://schemas.openxmlformats.org/officeDocument/2006/relationships" id="280" r:id="R900ee0bd55ee4378"/>
    <p:sldId xmlns:r="http://schemas.openxmlformats.org/officeDocument/2006/relationships" id="281" r:id="Rfdf8689b46b34dec"/>
    <p:sldId xmlns:r="http://schemas.openxmlformats.org/officeDocument/2006/relationships" id="282" r:id="R607903c45d544686"/>
    <p:sldId xmlns:r="http://schemas.openxmlformats.org/officeDocument/2006/relationships" id="283" r:id="R5c61cc38d49b40e5"/>
    <p:sldId xmlns:r="http://schemas.openxmlformats.org/officeDocument/2006/relationships" id="284" r:id="Re422baff5d864d17"/>
    <p:sldId xmlns:r="http://schemas.openxmlformats.org/officeDocument/2006/relationships" id="285" r:id="R79c0e574bc8548af"/>
    <p:sldId xmlns:r="http://schemas.openxmlformats.org/officeDocument/2006/relationships" id="286" r:id="R4e75d7819906440a"/>
    <p:sldId xmlns:r="http://schemas.openxmlformats.org/officeDocument/2006/relationships" id="287" r:id="R71a25fd60f484fb2"/>
    <p:sldId xmlns:r="http://schemas.openxmlformats.org/officeDocument/2006/relationships" id="288" r:id="R24e30bc1abd44b69"/>
    <p:sldId xmlns:r="http://schemas.openxmlformats.org/officeDocument/2006/relationships" id="289" r:id="R958b4d58c4c94bc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c5e1283ca254e29" /><Relationship Type="http://schemas.openxmlformats.org/officeDocument/2006/relationships/slideMaster" Target="/ppt/slideMasters/slideMaster1.xml" Id="Rf2b69573ed7e42e6" /><Relationship Type="http://schemas.openxmlformats.org/officeDocument/2006/relationships/notesMaster" Target="/ppt/notesMasters/notesMaster1.xml" Id="R9bb03446fbd54e01" /><Relationship Type="http://schemas.openxmlformats.org/officeDocument/2006/relationships/presProps" Target="/ppt/presProps.xml" Id="R34b8630899964007" /><Relationship Type="http://schemas.openxmlformats.org/officeDocument/2006/relationships/viewProps" Target="/ppt/viewProps.xml" Id="R989b0b89bcc44b9c" /><Relationship Type="http://schemas.openxmlformats.org/officeDocument/2006/relationships/tableStyles" Target="/ppt/tableStyles.xml" Id="R545f84f13be04209" /><Relationship Type="http://schemas.openxmlformats.org/officeDocument/2006/relationships/slide" Target="/ppt/slides/slide1.xml" Id="R0f7712e5be1d4d51" /><Relationship Type="http://schemas.openxmlformats.org/officeDocument/2006/relationships/slide" Target="/ppt/slides/slide2.xml" Id="R504492c9ea964103" /><Relationship Type="http://schemas.openxmlformats.org/officeDocument/2006/relationships/slide" Target="/ppt/slides/slide3.xml" Id="R07c965b1c1d143d6" /><Relationship Type="http://schemas.openxmlformats.org/officeDocument/2006/relationships/slide" Target="/ppt/slides/slide4.xml" Id="R266afac668324fc0" /><Relationship Type="http://schemas.openxmlformats.org/officeDocument/2006/relationships/slide" Target="/ppt/slides/slide5.xml" Id="R1ac87e70f9544c08" /><Relationship Type="http://schemas.openxmlformats.org/officeDocument/2006/relationships/slide" Target="/ppt/slides/slide6.xml" Id="R6bcc053f9ec04618" /><Relationship Type="http://schemas.openxmlformats.org/officeDocument/2006/relationships/slide" Target="/ppt/slides/slide7.xml" Id="Radb605d2e0744974" /><Relationship Type="http://schemas.openxmlformats.org/officeDocument/2006/relationships/slide" Target="/ppt/slides/slide8.xml" Id="R7de3a52328c0469c" /><Relationship Type="http://schemas.openxmlformats.org/officeDocument/2006/relationships/slide" Target="/ppt/slides/slide9.xml" Id="R7521056674f943b3" /><Relationship Type="http://schemas.openxmlformats.org/officeDocument/2006/relationships/slide" Target="/ppt/slides/slide10.xml" Id="R4f0160ea704e4047" /><Relationship Type="http://schemas.openxmlformats.org/officeDocument/2006/relationships/slide" Target="/ppt/slides/slide11.xml" Id="R27c2a7df1e5148f5" /><Relationship Type="http://schemas.openxmlformats.org/officeDocument/2006/relationships/slide" Target="/ppt/slides/slide12.xml" Id="R316d546251fc4f1c" /><Relationship Type="http://schemas.openxmlformats.org/officeDocument/2006/relationships/slide" Target="/ppt/slides/slide13.xml" Id="Ra75f525ca25a4fe7" /><Relationship Type="http://schemas.openxmlformats.org/officeDocument/2006/relationships/slide" Target="/ppt/slides/slide14.xml" Id="Raac670d4c91b4c17" /><Relationship Type="http://schemas.openxmlformats.org/officeDocument/2006/relationships/slide" Target="/ppt/slides/slide15.xml" Id="R11cb26d695d24977" /><Relationship Type="http://schemas.openxmlformats.org/officeDocument/2006/relationships/slide" Target="/ppt/slides/slide16.xml" Id="Ra4ac53c0dac3414e" /><Relationship Type="http://schemas.openxmlformats.org/officeDocument/2006/relationships/slide" Target="/ppt/slides/slide17.xml" Id="Rdc311b73dbc74655" /><Relationship Type="http://schemas.openxmlformats.org/officeDocument/2006/relationships/slide" Target="/ppt/slides/slide18.xml" Id="R72ac6f9ff51941de" /><Relationship Type="http://schemas.openxmlformats.org/officeDocument/2006/relationships/slide" Target="/ppt/slides/slide19.xml" Id="Rd88010d2b9d44251" /><Relationship Type="http://schemas.openxmlformats.org/officeDocument/2006/relationships/slide" Target="/ppt/slides/slide20.xml" Id="R5b2e0b4518ee4317" /><Relationship Type="http://schemas.openxmlformats.org/officeDocument/2006/relationships/slide" Target="/ppt/slides/slide21.xml" Id="Rb2de0cde4c654dd3" /><Relationship Type="http://schemas.openxmlformats.org/officeDocument/2006/relationships/slide" Target="/ppt/slides/slide22.xml" Id="R96a14634c23847e8" /><Relationship Type="http://schemas.openxmlformats.org/officeDocument/2006/relationships/slide" Target="/ppt/slides/slide23.xml" Id="Rbda17cde410b4e0c" /><Relationship Type="http://schemas.openxmlformats.org/officeDocument/2006/relationships/slide" Target="/ppt/slides/slide24.xml" Id="Rfe58bb65c0944312" /><Relationship Type="http://schemas.openxmlformats.org/officeDocument/2006/relationships/slide" Target="/ppt/slides/slide25.xml" Id="R900ee0bd55ee4378" /><Relationship Type="http://schemas.openxmlformats.org/officeDocument/2006/relationships/slide" Target="/ppt/slides/slide26.xml" Id="Rfdf8689b46b34dec" /><Relationship Type="http://schemas.openxmlformats.org/officeDocument/2006/relationships/slide" Target="/ppt/slides/slide27.xml" Id="R607903c45d544686" /><Relationship Type="http://schemas.openxmlformats.org/officeDocument/2006/relationships/slide" Target="/ppt/slides/slide28.xml" Id="R5c61cc38d49b40e5" /><Relationship Type="http://schemas.openxmlformats.org/officeDocument/2006/relationships/slide" Target="/ppt/slides/slide29.xml" Id="Re422baff5d864d17" /><Relationship Type="http://schemas.openxmlformats.org/officeDocument/2006/relationships/slide" Target="/ppt/slides/slide30.xml" Id="R79c0e574bc8548af" /><Relationship Type="http://schemas.openxmlformats.org/officeDocument/2006/relationships/slide" Target="/ppt/slides/slide31.xml" Id="R4e75d7819906440a" /><Relationship Type="http://schemas.openxmlformats.org/officeDocument/2006/relationships/slide" Target="/ppt/slides/slide32.xml" Id="R71a25fd60f484fb2" /><Relationship Type="http://schemas.openxmlformats.org/officeDocument/2006/relationships/slide" Target="/ppt/slides/slide33.xml" Id="R24e30bc1abd44b69" /><Relationship Type="http://schemas.openxmlformats.org/officeDocument/2006/relationships/slide" Target="/ppt/slides/slide34.xml" Id="R958b4d58c4c94b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45b58d85df44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e1fe7621f46d7" /><Relationship Type="http://schemas.openxmlformats.org/officeDocument/2006/relationships/notesMaster" Target="/ppt/notesMasters/notesMaster1.xml" Id="R22e72e470a254e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75a6ebec834ceb" /><Relationship Type="http://schemas.openxmlformats.org/officeDocument/2006/relationships/notesMaster" Target="/ppt/notesMasters/notesMaster1.xml" Id="Rb9d138a408554e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057c6353cc4524" /><Relationship Type="http://schemas.openxmlformats.org/officeDocument/2006/relationships/notesMaster" Target="/ppt/notesMasters/notesMaster1.xml" Id="R18215b4fd4ba4b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8d941bead94262" /><Relationship Type="http://schemas.openxmlformats.org/officeDocument/2006/relationships/notesMaster" Target="/ppt/notesMasters/notesMaster1.xml" Id="R37056c2e44da4d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2e1fcea2ff4623" /><Relationship Type="http://schemas.openxmlformats.org/officeDocument/2006/relationships/notesMaster" Target="/ppt/notesMasters/notesMaster1.xml" Id="Rcc63f7c46f8d45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b9260fa9b34e88" /><Relationship Type="http://schemas.openxmlformats.org/officeDocument/2006/relationships/notesMaster" Target="/ppt/notesMasters/notesMaster1.xml" Id="R2bfb69cc701345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2e52c3903b43eb" /><Relationship Type="http://schemas.openxmlformats.org/officeDocument/2006/relationships/notesMaster" Target="/ppt/notesMasters/notesMaster1.xml" Id="R84cde17975174e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145a2070644ca7" /><Relationship Type="http://schemas.openxmlformats.org/officeDocument/2006/relationships/notesMaster" Target="/ppt/notesMasters/notesMaster1.xml" Id="R9009561f4e3c4a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14f1df86824394" /><Relationship Type="http://schemas.openxmlformats.org/officeDocument/2006/relationships/notesMaster" Target="/ppt/notesMasters/notesMaster1.xml" Id="Rb60c9ad67e8f44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234af22c7f4d5f" /><Relationship Type="http://schemas.openxmlformats.org/officeDocument/2006/relationships/notesMaster" Target="/ppt/notesMasters/notesMaster1.xml" Id="R1ac8926babe842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f563844c684e63" /><Relationship Type="http://schemas.openxmlformats.org/officeDocument/2006/relationships/notesMaster" Target="/ppt/notesMasters/notesMaster1.xml" Id="R298b864eec4e46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792771e7d44d40" /><Relationship Type="http://schemas.openxmlformats.org/officeDocument/2006/relationships/notesMaster" Target="/ppt/notesMasters/notesMaster1.xml" Id="R34c960f0c4ec4e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560b893ebc4a9a" /><Relationship Type="http://schemas.openxmlformats.org/officeDocument/2006/relationships/notesMaster" Target="/ppt/notesMasters/notesMaster1.xml" Id="R71c69d2b576346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4fa4a4355f423e" /><Relationship Type="http://schemas.openxmlformats.org/officeDocument/2006/relationships/notesMaster" Target="/ppt/notesMasters/notesMaster1.xml" Id="R7eed93999b9443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00f8259def41e0" /><Relationship Type="http://schemas.openxmlformats.org/officeDocument/2006/relationships/notesMaster" Target="/ppt/notesMasters/notesMaster1.xml" Id="Rae40df8db6f742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55c9b2af3a4be6" /><Relationship Type="http://schemas.openxmlformats.org/officeDocument/2006/relationships/notesMaster" Target="/ppt/notesMasters/notesMaster1.xml" Id="Rfcfa3fe963404c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8fa9bcdc6a4380" /><Relationship Type="http://schemas.openxmlformats.org/officeDocument/2006/relationships/notesMaster" Target="/ppt/notesMasters/notesMaster1.xml" Id="R30efba4d9c5f49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f5d10643e84bdb" /><Relationship Type="http://schemas.openxmlformats.org/officeDocument/2006/relationships/notesMaster" Target="/ppt/notesMasters/notesMaster1.xml" Id="Rf181b0120ab447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e43530218b4a31" /><Relationship Type="http://schemas.openxmlformats.org/officeDocument/2006/relationships/notesMaster" Target="/ppt/notesMasters/notesMaster1.xml" Id="R3c11c9ea23804a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a4a668005b48d3" /><Relationship Type="http://schemas.openxmlformats.org/officeDocument/2006/relationships/notesMaster" Target="/ppt/notesMasters/notesMaster1.xml" Id="R55c992e00f1e42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02b607034c64f2c" /><Relationship Type="http://schemas.openxmlformats.org/officeDocument/2006/relationships/notesMaster" Target="/ppt/notesMasters/notesMaster1.xml" Id="Rba45e32719174e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c4d4ceedda45d9" /><Relationship Type="http://schemas.openxmlformats.org/officeDocument/2006/relationships/notesMaster" Target="/ppt/notesMasters/notesMaster1.xml" Id="R48fce907fc224b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c9f459165a4024" /><Relationship Type="http://schemas.openxmlformats.org/officeDocument/2006/relationships/notesMaster" Target="/ppt/notesMasters/notesMaster1.xml" Id="R6332e39935bb485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61e75864344f51" /><Relationship Type="http://schemas.openxmlformats.org/officeDocument/2006/relationships/notesMaster" Target="/ppt/notesMasters/notesMaster1.xml" Id="Rc9e9d039975b4d8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44fec85202548a2" /><Relationship Type="http://schemas.openxmlformats.org/officeDocument/2006/relationships/notesMaster" Target="/ppt/notesMasters/notesMaster1.xml" Id="R1b9caac5d4f247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44c4022b2b644fe" /><Relationship Type="http://schemas.openxmlformats.org/officeDocument/2006/relationships/notesMaster" Target="/ppt/notesMasters/notesMaster1.xml" Id="R3b7c0efdeae142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cf08286b26b4948" /><Relationship Type="http://schemas.openxmlformats.org/officeDocument/2006/relationships/notesMaster" Target="/ppt/notesMasters/notesMaster1.xml" Id="R824eb772dbf544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049387a9baf40ba" /><Relationship Type="http://schemas.openxmlformats.org/officeDocument/2006/relationships/notesMaster" Target="/ppt/notesMasters/notesMaster1.xml" Id="R7f2a7fbc21d945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07c1c216ed84ef0" /><Relationship Type="http://schemas.openxmlformats.org/officeDocument/2006/relationships/notesMaster" Target="/ppt/notesMasters/notesMaster1.xml" Id="Ra3d25654634d4f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03c6d918b842b9" /><Relationship Type="http://schemas.openxmlformats.org/officeDocument/2006/relationships/notesMaster" Target="/ppt/notesMasters/notesMaster1.xml" Id="Rcab7ef5148db4f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7e4bec464ff4b42" /><Relationship Type="http://schemas.openxmlformats.org/officeDocument/2006/relationships/notesMaster" Target="/ppt/notesMasters/notesMaster1.xml" Id="R6ff9982cbb68463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3ecb80f3f44c73" /><Relationship Type="http://schemas.openxmlformats.org/officeDocument/2006/relationships/notesMaster" Target="/ppt/notesMasters/notesMaster1.xml" Id="R3f0a18c7b3684a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87ada950e9848fb" /><Relationship Type="http://schemas.openxmlformats.org/officeDocument/2006/relationships/notesMaster" Target="/ppt/notesMasters/notesMaster1.xml" Id="R18b23345c48645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56796e8f554edf" /><Relationship Type="http://schemas.openxmlformats.org/officeDocument/2006/relationships/notesMaster" Target="/ppt/notesMasters/notesMaster1.xml" Id="Rfc0ebabc26e441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Use the timeline to distinguish tasks. LINKER and SynLinker support generation or retrieval. DFLpred and TransDFL detect domain-linker residues. Li and colleagues provide the strongest adjacent functional model, trained on 370 experimentally measured 18-residue linkers for one sfGFP-nanobody construct. That study strengthens the case for context-specific modelling but does not establish cross-pair generalization.</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https://doi.org/10.1016/j.gpb.2022.10.004</a:t>
            </a:r>
          </a:p>
          <a:p xmlns:a="http://schemas.openxmlformats.org/drawingml/2006/main">
            <a:r>
              <a:t>- https://doi.org/10.1016/j.synbio.2026.02.003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Compare methods only within their stated tasks. The 2026 multimodal study is the closest functional comparator because it uses experimental outcomes and AlphaFold-derived features. Its evidence comes from one sfGFP-nanobody architecture. LinkerForge aims to condition ranking on both domains and attachment context, then apply one matched structural and provenance contract. That broader scope could become an advantage, but the compatibility ranker has not yet been scientifically trained or shown to outperform any published model.</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https://doi.org/10.1093/bioinformatics/btw280</a:t>
            </a:r>
          </a:p>
          <a:p xmlns:a="http://schemas.openxmlformats.org/drawingml/2006/main">
            <a:r>
              <a:t>- https://doi.org/10.1093/bioinformatics/btaa808</a:t>
            </a:r>
          </a:p>
          <a:p xmlns:a="http://schemas.openxmlformats.org/drawingml/2006/main">
            <a:r>
              <a:t>- https://doi.org/10.1016/j.gpb.2022.10.004</a:t>
            </a:r>
          </a:p>
          <a:p xmlns:a="http://schemas.openxmlformats.org/drawingml/2006/main">
            <a:r>
              <a:t>- https://doi.org/10.1016/j.synbio.2026.02.003</a:t>
            </a:r>
          </a:p>
          <a:p xmlns:a="http://schemas.openxmlformats.org/drawingml/2006/main">
            <a:r>
              <a:t>- https://www.nature.com/articles/s41592-022-01488-1</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2\runs\folds\public-multipair-af2ptm-20261021\verified_public_acceptance_run_linker_definition_2026-10-22.md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54fc0f0b04a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847ef9d80342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5b40b202a74a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9eec7e479142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51cd24d1f24d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e8422c823640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66bdb78a4a4ff6" /><Relationship Type="http://schemas.openxmlformats.org/officeDocument/2006/relationships/slideLayout" Target="/ppt/slideLayouts/slideLayout1.xml" Id="R72e1201e0e154e5b" /><Relationship Type="http://schemas.openxmlformats.org/officeDocument/2006/relationships/slideLayout" Target="/ppt/slideLayouts/slideLayout2.xml" Id="R88c3db4e8b0f4da9" /><Relationship Type="http://schemas.openxmlformats.org/officeDocument/2006/relationships/slideLayout" Target="/ppt/slideLayouts/slideLayout3.xml" Id="Re9a2f56575a84d63" /><Relationship Type="http://schemas.openxmlformats.org/officeDocument/2006/relationships/slideLayout" Target="/ppt/slideLayouts/slideLayout4.xml" Id="Rdb1c4e468b3d4d9a" /><Relationship Type="http://schemas.openxmlformats.org/officeDocument/2006/relationships/slideLayout" Target="/ppt/slideLayouts/slideLayout5.xml" Id="R0a131833f7bf41d6" /><Relationship Type="http://schemas.openxmlformats.org/officeDocument/2006/relationships/slideLayout" Target="/ppt/slideLayouts/slideLayout6.xml" Id="R00ee960c51664d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e1201e0e154e5b"/>
    <p:sldLayoutId xmlns:r="http://schemas.openxmlformats.org/officeDocument/2006/relationships" id="2147483650" r:id="R88c3db4e8b0f4da9"/>
    <p:sldLayoutId xmlns:r="http://schemas.openxmlformats.org/officeDocument/2006/relationships" id="2147483651" r:id="Re9a2f56575a84d63"/>
    <p:sldLayoutId xmlns:r="http://schemas.openxmlformats.org/officeDocument/2006/relationships" id="2147483652" r:id="Rdb1c4e468b3d4d9a"/>
    <p:sldLayoutId xmlns:r="http://schemas.openxmlformats.org/officeDocument/2006/relationships" id="2147483653" r:id="R0a131833f7bf41d6"/>
    <p:sldLayoutId xmlns:r="http://schemas.openxmlformats.org/officeDocument/2006/relationships" id="2147483654" r:id="R00ee960c51664d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cbd5d5091d46cd" /><Relationship Type="http://schemas.openxmlformats.org/officeDocument/2006/relationships/image" Target="/ppt/media/image.png" Id="R1ddc3a4e12ae4fb5" /><Relationship Type="http://schemas.openxmlformats.org/officeDocument/2006/relationships/notesSlide" Target="/ppt/notesSlides/notesSlide1.xml" Id="R4c48a4351f684c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a6c686364e4ab8" /><Relationship Type="http://schemas.openxmlformats.org/officeDocument/2006/relationships/notesSlide" Target="/ppt/notesSlides/notesSlide2.xml" Id="R21aacaae488246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42132b21204b55" /><Relationship Type="http://schemas.openxmlformats.org/officeDocument/2006/relationships/notesSlide" Target="/ppt/notesSlides/notesSlide3.xml" Id="Rb506cc53921347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083a26ea9c411d" /><Relationship Type="http://schemas.openxmlformats.org/officeDocument/2006/relationships/notesSlide" Target="/ppt/notesSlides/notesSlide4.xml" Id="R9110256521e341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6d015998634709" /><Relationship Type="http://schemas.openxmlformats.org/officeDocument/2006/relationships/notesSlide" Target="/ppt/notesSlides/notesSlide5.xml" Id="Rcb303f67f24242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f0bdb9bb654ed1" /><Relationship Type="http://schemas.openxmlformats.org/officeDocument/2006/relationships/notesSlide" Target="/ppt/notesSlides/notesSlide6.xml" Id="R9acc345615ca4e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7d3204992f4240" /><Relationship Type="http://schemas.openxmlformats.org/officeDocument/2006/relationships/notesSlide" Target="/ppt/notesSlides/notesSlide7.xml" Id="Ra3fbc2350d7349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9c63945fdc4463" /><Relationship Type="http://schemas.openxmlformats.org/officeDocument/2006/relationships/notesSlide" Target="/ppt/notesSlides/notesSlide8.xml" Id="R6bc75d03717e4e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c178002a1e4eed" /><Relationship Type="http://schemas.openxmlformats.org/officeDocument/2006/relationships/notesSlide" Target="/ppt/notesSlides/notesSlide9.xml" Id="Rcf4852a701b348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3a10305956488f" /><Relationship Type="http://schemas.openxmlformats.org/officeDocument/2006/relationships/notesSlide" Target="/ppt/notesSlides/notesSlide10.xml" Id="Rac204a44ee1a4b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2275804fe94a9a" /><Relationship Type="http://schemas.openxmlformats.org/officeDocument/2006/relationships/notesSlide" Target="/ppt/notesSlides/notesSlide11.xml" Id="R5e6d2fda1d874e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5ffff9c967246cf" /><Relationship Type="http://schemas.openxmlformats.org/officeDocument/2006/relationships/notesSlide" Target="/ppt/notesSlides/notesSlide12.xml" Id="R9caaf2f30b6143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8785ee9dea4c33" /><Relationship Type="http://schemas.openxmlformats.org/officeDocument/2006/relationships/notesSlide" Target="/ppt/notesSlides/notesSlide13.xml" Id="Redd680149a0846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87720264e3495a" /><Relationship Type="http://schemas.openxmlformats.org/officeDocument/2006/relationships/notesSlide" Target="/ppt/notesSlides/notesSlide14.xml" Id="R746f277707a04e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b0bd3ef4eb44a43" /><Relationship Type="http://schemas.openxmlformats.org/officeDocument/2006/relationships/notesSlide" Target="/ppt/notesSlides/notesSlide15.xml" Id="Re365e35a1a4b42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51eac0fc704922" /><Relationship Type="http://schemas.openxmlformats.org/officeDocument/2006/relationships/notesSlide" Target="/ppt/notesSlides/notesSlide16.xml" Id="R514812e80f4548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6b8d55eada4d89" /><Relationship Type="http://schemas.openxmlformats.org/officeDocument/2006/relationships/notesSlide" Target="/ppt/notesSlides/notesSlide17.xml" Id="R35ed8b4037fc44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24ea8923414d6d" /><Relationship Type="http://schemas.openxmlformats.org/officeDocument/2006/relationships/image" Target="/ppt/media/image.png" Id="R1fcd3887fea244d4" /><Relationship Type="http://schemas.openxmlformats.org/officeDocument/2006/relationships/chart" Target="/ppt/slides/charts/chart1.xml" Id="R90a44ec6a6fe40c6" /><Relationship Type="http://schemas.openxmlformats.org/officeDocument/2006/relationships/notesSlide" Target="/ppt/notesSlides/notesSlide18.xml" Id="R1716ea815c814b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6c0419b7c804d1e" /><Relationship Type="http://schemas.openxmlformats.org/officeDocument/2006/relationships/chart" Target="/ppt/slides/charts/chart2.xml" Id="R1cf0676d8bd9490b" /><Relationship Type="http://schemas.openxmlformats.org/officeDocument/2006/relationships/notesSlide" Target="/ppt/notesSlides/notesSlide19.xml" Id="R7d60621f79d34e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049302c2274a37" /><Relationship Type="http://schemas.openxmlformats.org/officeDocument/2006/relationships/notesSlide" Target="/ppt/notesSlides/notesSlide20.xml" Id="R3acccf82673042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e9c6d85c9ca4db8" /><Relationship Type="http://schemas.openxmlformats.org/officeDocument/2006/relationships/image" Target="/ppt/media/image2.png" Id="Rc14daf2dcfcd4a60" /><Relationship Type="http://schemas.openxmlformats.org/officeDocument/2006/relationships/notesSlide" Target="/ppt/notesSlides/notesSlide21.xml" Id="R63a054f7572545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14938fefa694857" /><Relationship Type="http://schemas.openxmlformats.org/officeDocument/2006/relationships/notesSlide" Target="/ppt/notesSlides/notesSlide22.xml" Id="R5456e9910add41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b6a8ad9ca4b4c44" /><Relationship Type="http://schemas.openxmlformats.org/officeDocument/2006/relationships/notesSlide" Target="/ppt/notesSlides/notesSlide23.xml" Id="Rf39e998248dd4c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90b4c73fb864397" /><Relationship Type="http://schemas.openxmlformats.org/officeDocument/2006/relationships/image" Target="/ppt/media/image3.png" Id="R8bb08c15a4684ede" /><Relationship Type="http://schemas.openxmlformats.org/officeDocument/2006/relationships/notesSlide" Target="/ppt/notesSlides/notesSlide24.xml" Id="R1cec11777ef44f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d5783e5347d48cb" /><Relationship Type="http://schemas.openxmlformats.org/officeDocument/2006/relationships/chart" Target="/ppt/slides/charts/chart3.xml" Id="Raaf1fa2b918f4825" /><Relationship Type="http://schemas.openxmlformats.org/officeDocument/2006/relationships/notesSlide" Target="/ppt/notesSlides/notesSlide25.xml" Id="Rf88a64601a464f5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7b69d1e6b7647a3" /><Relationship Type="http://schemas.openxmlformats.org/officeDocument/2006/relationships/notesSlide" Target="/ppt/notesSlides/notesSlide26.xml" Id="Ra96951f512de4e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41192754f394072" /><Relationship Type="http://schemas.openxmlformats.org/officeDocument/2006/relationships/notesSlide" Target="/ppt/notesSlides/notesSlide27.xml" Id="Rde752111e71e4aa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fc9f4b408b46f6" /><Relationship Type="http://schemas.openxmlformats.org/officeDocument/2006/relationships/notesSlide" Target="/ppt/notesSlides/notesSlide28.xml" Id="R3af28f9376144d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5c5461c57a64992" /><Relationship Type="http://schemas.openxmlformats.org/officeDocument/2006/relationships/notesSlide" Target="/ppt/notesSlides/notesSlide29.xml" Id="R6cd02d0ec1bb42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5866954043d48e5" /><Relationship Type="http://schemas.openxmlformats.org/officeDocument/2006/relationships/notesSlide" Target="/ppt/notesSlides/notesSlide30.xml" Id="R492a54134ed947b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32c28f38c2642c8" /><Relationship Type="http://schemas.openxmlformats.org/officeDocument/2006/relationships/notesSlide" Target="/ppt/notesSlides/notesSlide31.xml" Id="Rcc6e08eee225489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ab35ae6113042de" /><Relationship Type="http://schemas.openxmlformats.org/officeDocument/2006/relationships/notesSlide" Target="/ppt/notesSlides/notesSlide32.xml" Id="R729eab4b223c43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bbfdd95f998484d" /><Relationship Type="http://schemas.openxmlformats.org/officeDocument/2006/relationships/notesSlide" Target="/ppt/notesSlides/notesSlide33.xml" Id="R622a0787f51a4a8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8494c965abe4df5" /><Relationship Type="http://schemas.openxmlformats.org/officeDocument/2006/relationships/notesSlide" Target="/ppt/notesSlides/notesSlide34.xml" Id="Rc0f92cdd225f4b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37AC6030-E278-4F5A-90D5-6D8F23154B8A}"/>
              </a:ext>
            </a:extLst>
          </p:cNvPr>
          <p:cNvPicPr>
            <a:picLocks xmlns:a="http://schemas.openxmlformats.org/drawingml/2006/main" noChangeAspect="1"/>
          </p:cNvPicPr>
          <p:nvPr/>
        </p:nvPicPr>
        <p:blipFill>
          <a:blip xmlns:r="http://schemas.openxmlformats.org/officeDocument/2006/relationships" xmlns:a="http://schemas.openxmlformats.org/drawingml/2006/main" r:embed="R1ddc3a4e12ae4fb5"/>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C66997A-550F-445C-9CD0-3E09EA39C8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11ADC8-7EA2-4461-A071-ED51581E19E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C1AA81A-6C84-4EF9-A502-2C414EB4A799}"/>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B6DE174F-E682-4336-888C-1F74499AC40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7FBF636E-B4C5-4BB7-9E6F-FACB5A56A84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CB34F0F3-38A6-41DA-9316-C5F6C70A726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000F8948-3CA8-4E2D-B519-CDE47E5E418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E1080263-EAFF-43EC-8E5F-DC501354E136}"/>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04E7675D-691D-422C-AFEB-606D28B1AE74}"/>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AA3B2D8F-F6CA-4ECE-BA9C-436B979FAF17}"/>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08C5F742-3EB2-4CAD-B1CF-356C6A83A220}"/>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9900EF10-80CB-4FA1-B0DC-C34DA6351E9D}"/>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7B02773E-84DD-4493-BF6D-2835E1AD4B9D}"/>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8677D4A4-C326-4601-92F2-25292B46215E}"/>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48AFD326-623A-44E7-B368-D2B4A55ADB29}"/>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E36801A8-0797-4DE7-B9ED-EB63A0CF3356}"/>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31D8214F-0468-4A48-B9B2-FCDCDA661D6E}"/>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1154C6D2-04AF-44BB-AAF4-844655B9624F}"/>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018EC49A-CE19-4925-BA8C-2D370DBDDAE5}"/>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993426A6-5E1B-4C8A-827F-3C8CD31FB4F2}"/>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BEAB50F9-4404-4296-8E79-772E2DC52711}"/>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222D988C-590C-485E-9EC5-099202B5A267}"/>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89F0B933-0405-482F-A61C-B94F2B50F6BD}"/>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751EC10E-CAD3-49A2-AEFA-248A250FADC2}"/>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51314D02-34DA-4E7C-AA5B-5BF344A842C7}"/>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54FCC4F3-F2A4-47A3-9B8C-61D4AF434693}"/>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78E41582-89A1-40F9-B8AE-082B0A2D8195}"/>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F7CA26CA-8675-46A2-9EF2-FA1D175AF953}"/>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A4DFBF35-37E8-47FF-85BE-8B7D2FBA9FC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6008FCED-DCF3-4AB3-A718-B6C0B8D27AE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2509935-4CDA-4ECC-89CE-F51E17AD74CB}"/>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LITERATURE</a:t>
            </a:r>
          </a:p>
        </p:txBody>
      </p:sp>
      <p:sp>
        <p:nvSpPr>
          <p:cNvPr id="4" name="Rectangle 3">
            <a:extLst xmlns:a="http://schemas.openxmlformats.org/drawingml/2006/main">
              <a:ext uri="{FF2B5EF4-FFF2-40B4-BE49-F238E27FC236}">
                <a16:creationId xmlns:a16="http://schemas.microsoft.com/office/drawing/2014/main" id="{436202E4-0BA8-48EB-89F8-CEE08B85AAA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literature: LINKER (2000), SynLinker (2015), DFLpred (2016), TransDFL (2023), Li et al. (2026)</a:t>
            </a:r>
          </a:p>
        </p:txBody>
      </p:sp>
      <p:sp>
        <p:nvSpPr>
          <p:cNvPr id="5" name="Rectangle 4">
            <a:extLst xmlns:a="http://schemas.openxmlformats.org/drawingml/2006/main">
              <a:ext uri="{FF2B5EF4-FFF2-40B4-BE49-F238E27FC236}">
                <a16:creationId xmlns:a16="http://schemas.microsoft.com/office/drawing/2014/main" id="{675AD153-EE02-4B63-817B-EB027871D7C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Rectangle 5">
            <a:extLst xmlns:a="http://schemas.openxmlformats.org/drawingml/2006/main">
              <a:ext uri="{FF2B5EF4-FFF2-40B4-BE49-F238E27FC236}">
                <a16:creationId xmlns:a16="http://schemas.microsoft.com/office/drawing/2014/main" id="{B34F0E24-FB36-4307-B721-AD966D6F89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Published methods span several linker tasks</a:t>
            </a:r>
          </a:p>
        </p:txBody>
      </p:sp>
      <p:sp>
        <p:nvSpPr>
          <p:cNvPr id="7" name="Rectangle 6">
            <a:extLst xmlns:a="http://schemas.openxmlformats.org/drawingml/2006/main">
              <a:ext uri="{FF2B5EF4-FFF2-40B4-BE49-F238E27FC236}">
                <a16:creationId xmlns:a16="http://schemas.microsoft.com/office/drawing/2014/main" id="{F3AACC7A-E7E2-486F-B915-2ABA076FEEA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Generation, retrieval, residue detection, and one-system functional modelling solve different problems</a:t>
            </a:r>
          </a:p>
        </p:txBody>
      </p:sp>
      <p:sp>
        <p:nvSpPr>
          <p:cNvPr id="8" name="Straight Connector 7">
            <a:extLst xmlns:a="http://schemas.openxmlformats.org/drawingml/2006/main">
              <a:ext uri="{FF2B5EF4-FFF2-40B4-BE49-F238E27FC236}">
                <a16:creationId xmlns:a16="http://schemas.microsoft.com/office/drawing/2014/main" id="{6A1C0DCD-EE92-4AB8-856C-A6E0771E80C6}"/>
              </a:ext>
            </a:extLst>
          </p:cNvPr>
          <p:cNvSpPr>
            <a:spLocks xmlns:a="http://schemas.openxmlformats.org/drawingml/2006/main" noGrp="1"/>
          </p:cNvSpPr>
          <p:nvPr/>
        </p:nvSpPr>
        <p:spPr>
          <a:xfrm xmlns:a="http://schemas.openxmlformats.org/drawingml/2006/main">
            <a:off x="952500" y="3171825"/>
            <a:ext cx="10191750" cy="0"/>
          </a:xfrm>
          <a:prstGeom xmlns:a="http://schemas.openxmlformats.org/drawingml/2006/main" prst="line">
            <a:avLst/>
          </a:prstGeom>
          <a:noFill xmlns:a="http://schemas.openxmlformats.org/drawingml/2006/main"/>
          <a:ln xmlns:a="http://schemas.openxmlformats.org/drawingml/2006/main" w="38100">
            <a:solidFill>
              <a:srgbClr val="29433A"/>
            </a:solidFill>
            <a:prstDash val="solid"/>
          </a:ln>
        </p:spPr>
      </p:sp>
      <p:sp>
        <p:nvSpPr>
          <p:cNvPr id="9" name="Oval 8">
            <a:extLst xmlns:a="http://schemas.openxmlformats.org/drawingml/2006/main">
              <a:ext uri="{FF2B5EF4-FFF2-40B4-BE49-F238E27FC236}">
                <a16:creationId xmlns:a16="http://schemas.microsoft.com/office/drawing/2014/main" id="{1736DFA6-317A-47B7-AE6D-EA5EC007E39E}"/>
              </a:ext>
            </a:extLst>
          </p:cNvPr>
          <p:cNvSpPr>
            <a:spLocks xmlns:a="http://schemas.openxmlformats.org/drawingml/2006/main" noGrp="1"/>
          </p:cNvSpPr>
          <p:nvPr/>
        </p:nvSpPr>
        <p:spPr>
          <a:xfrm xmlns:a="http://schemas.openxmlformats.org/drawingml/2006/main">
            <a:off x="952500" y="2952750"/>
            <a:ext cx="438150" cy="438150"/>
          </a:xfrm>
          <a:prstGeom xmlns:a="http://schemas.openxmlformats.org/drawingml/2006/main" prst="ellipse">
            <a:avLst/>
          </a:prstGeom>
          <a:solidFill xmlns:a="http://schemas.openxmlformats.org/drawingml/2006/main">
            <a:srgbClr val="4E9BEC"/>
          </a:solidFill>
          <a:ln xmlns:a="http://schemas.openxmlformats.org/drawingml/2006/main" w="19050">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C3BF08C5-DEBE-40E8-A8E5-8105FF5FBA3C}"/>
              </a:ext>
            </a:extLst>
          </p:cNvPr>
          <p:cNvSpPr>
            <a:spLocks xmlns:a="http://schemas.openxmlformats.org/drawingml/2006/main" noGrp="1"/>
          </p:cNvSpPr>
          <p:nvPr/>
        </p:nvSpPr>
        <p:spPr>
          <a:xfrm xmlns:a="http://schemas.openxmlformats.org/drawingml/2006/main">
            <a:off x="8572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4E9BEC"/>
                </a:solidFill>
                <a:latin typeface="Arial"/>
                <a:ea typeface="Arial"/>
                <a:cs typeface="Arial"/>
              </a:defRPr>
            </a:defPPr>
            <a:lvl1pPr algn="ctr">
              <a:buNone/>
              <a:defRPr sz="1275" b="1" i="0">
                <a:solidFill>
                  <a:srgbClr val="4E9BEC"/>
                </a:solidFill>
                <a:latin typeface="Arial"/>
                <a:ea typeface="Arial"/>
                <a:cs typeface="Arial"/>
              </a:defRPr>
            </a:lvl1pPr>
            <a:lvl2pPr algn="ctr">
              <a:buNone/>
              <a:defRPr sz="1275" b="1" i="0">
                <a:solidFill>
                  <a:srgbClr val="4E9BEC"/>
                </a:solidFill>
                <a:latin typeface="Arial"/>
                <a:ea typeface="Arial"/>
                <a:cs typeface="Arial"/>
              </a:defRPr>
            </a:lvl2pPr>
            <a:lvl3pPr algn="ctr">
              <a:buNone/>
              <a:defRPr sz="1275" b="1" i="0">
                <a:solidFill>
                  <a:srgbClr val="4E9BEC"/>
                </a:solidFill>
                <a:latin typeface="Arial"/>
                <a:ea typeface="Arial"/>
                <a:cs typeface="Arial"/>
              </a:defRPr>
            </a:lvl3pPr>
            <a:lvl4pPr algn="ctr">
              <a:buNone/>
              <a:defRPr sz="1275" b="1" i="0">
                <a:solidFill>
                  <a:srgbClr val="4E9BEC"/>
                </a:solidFill>
                <a:latin typeface="Arial"/>
                <a:ea typeface="Arial"/>
                <a:cs typeface="Arial"/>
              </a:defRPr>
            </a:lvl4pPr>
            <a:lvl5pPr algn="ctr">
              <a:buNone/>
              <a:defRPr sz="1275" b="1" i="0">
                <a:solidFill>
                  <a:srgbClr val="4E9BEC"/>
                </a:solidFill>
                <a:latin typeface="Arial"/>
                <a:ea typeface="Arial"/>
                <a:cs typeface="Arial"/>
              </a:defRPr>
            </a:lvl5pPr>
            <a:lvl6pPr algn="ctr">
              <a:buNone/>
              <a:defRPr sz="1275" b="1" i="0">
                <a:solidFill>
                  <a:srgbClr val="4E9BEC"/>
                </a:solidFill>
                <a:latin typeface="Arial"/>
                <a:ea typeface="Arial"/>
                <a:cs typeface="Arial"/>
              </a:defRPr>
            </a:lvl6pPr>
            <a:lvl7pPr algn="ctr">
              <a:buNone/>
              <a:defRPr sz="1275" b="1" i="0">
                <a:solidFill>
                  <a:srgbClr val="4E9BEC"/>
                </a:solidFill>
                <a:latin typeface="Arial"/>
                <a:ea typeface="Arial"/>
                <a:cs typeface="Arial"/>
              </a:defRPr>
            </a:lvl7pPr>
            <a:lvl8pPr algn="ctr">
              <a:buNone/>
              <a:defRPr sz="1275" b="1" i="0">
                <a:solidFill>
                  <a:srgbClr val="4E9BEC"/>
                </a:solidFill>
                <a:latin typeface="Arial"/>
                <a:ea typeface="Arial"/>
                <a:cs typeface="Arial"/>
              </a:defRPr>
            </a:lvl8pPr>
            <a:lvl9pPr algn="ctr">
              <a:buNone/>
              <a:defRPr sz="1275" b="1" i="0">
                <a:solidFill>
                  <a:srgbClr val="4E9BEC"/>
                </a:solidFill>
                <a:latin typeface="Arial"/>
                <a:ea typeface="Arial"/>
                <a:cs typeface="Arial"/>
              </a:defRPr>
            </a:lvl9pPr>
          </a:lstStyle>
          <a:p xmlns:a="http://schemas.openxmlformats.org/drawingml/2006/main">
            <a:pPr algn="ctr">
              <a:buNone/>
              <a:defRPr sz="1275" b="1" i="0">
                <a:solidFill>
                  <a:srgbClr val="4E9BEC"/>
                </a:solidFill>
                <a:latin typeface="Arial"/>
                <a:ea typeface="Arial"/>
                <a:cs typeface="Arial"/>
              </a:defRPr>
            </a:pPr>
            <a:r>
              <a:rPr sz="1275" b="1" i="0">
                <a:solidFill>
                  <a:srgbClr val="4E9BEC"/>
                </a:solidFill>
                <a:latin typeface="Arial"/>
                <a:ea typeface="Arial"/>
                <a:cs typeface="Arial"/>
              </a:rPr>
              <a:t>2000</a:t>
            </a:r>
          </a:p>
        </p:txBody>
      </p:sp>
      <p:sp>
        <p:nvSpPr>
          <p:cNvPr id="11" name="Rectangle 10">
            <a:extLst xmlns:a="http://schemas.openxmlformats.org/drawingml/2006/main">
              <a:ext uri="{FF2B5EF4-FFF2-40B4-BE49-F238E27FC236}">
                <a16:creationId xmlns:a16="http://schemas.microsoft.com/office/drawing/2014/main" id="{EDC276DC-5FA6-44AD-830E-950B1C069057}"/>
              </a:ext>
            </a:extLst>
          </p:cNvPr>
          <p:cNvSpPr>
            <a:spLocks xmlns:a="http://schemas.openxmlformats.org/drawingml/2006/main" noGrp="1"/>
          </p:cNvSpPr>
          <p:nvPr/>
        </p:nvSpPr>
        <p:spPr>
          <a:xfrm xmlns:a="http://schemas.openxmlformats.org/drawingml/2006/main">
            <a:off x="4000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LINKER</a:t>
            </a:r>
          </a:p>
        </p:txBody>
      </p:sp>
      <p:sp>
        <p:nvSpPr>
          <p:cNvPr id="12" name="Rectangle 11">
            <a:extLst xmlns:a="http://schemas.openxmlformats.org/drawingml/2006/main">
              <a:ext uri="{FF2B5EF4-FFF2-40B4-BE49-F238E27FC236}">
                <a16:creationId xmlns:a16="http://schemas.microsoft.com/office/drawing/2014/main" id="{8C036DA3-FB5F-432E-985B-87A32203D8A2}"/>
              </a:ext>
            </a:extLst>
          </p:cNvPr>
          <p:cNvSpPr>
            <a:spLocks xmlns:a="http://schemas.openxmlformats.org/drawingml/2006/main" noGrp="1"/>
          </p:cNvSpPr>
          <p:nvPr/>
        </p:nvSpPr>
        <p:spPr>
          <a:xfrm xmlns:a="http://schemas.openxmlformats.org/drawingml/2006/main">
            <a:off x="2286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PDB loop-derived</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sequence generation</a:t>
            </a:r>
          </a:p>
        </p:txBody>
      </p:sp>
      <p:sp>
        <p:nvSpPr>
          <p:cNvPr id="13" name="Oval 12">
            <a:extLst xmlns:a="http://schemas.openxmlformats.org/drawingml/2006/main">
              <a:ext uri="{FF2B5EF4-FFF2-40B4-BE49-F238E27FC236}">
                <a16:creationId xmlns:a16="http://schemas.microsoft.com/office/drawing/2014/main" id="{7DF6BD63-9C3D-47AF-AEA5-58D167EA5043}"/>
              </a:ext>
            </a:extLst>
          </p:cNvPr>
          <p:cNvSpPr>
            <a:spLocks xmlns:a="http://schemas.openxmlformats.org/drawingml/2006/main" noGrp="1"/>
          </p:cNvSpPr>
          <p:nvPr/>
        </p:nvSpPr>
        <p:spPr>
          <a:xfrm xmlns:a="http://schemas.openxmlformats.org/drawingml/2006/main">
            <a:off x="3457575" y="2952750"/>
            <a:ext cx="438150" cy="438150"/>
          </a:xfrm>
          <a:prstGeom xmlns:a="http://schemas.openxmlformats.org/drawingml/2006/main" prst="ellipse">
            <a:avLst/>
          </a:prstGeom>
          <a:solidFill xmlns:a="http://schemas.openxmlformats.org/drawingml/2006/main">
            <a:srgbClr val="2DBD73"/>
          </a:solidFill>
          <a:ln xmlns:a="http://schemas.openxmlformats.org/drawingml/2006/main" w="19050">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74931553-FA83-483F-8496-07B0D98C9FC3}"/>
              </a:ext>
            </a:extLst>
          </p:cNvPr>
          <p:cNvSpPr>
            <a:spLocks xmlns:a="http://schemas.openxmlformats.org/drawingml/2006/main" noGrp="1"/>
          </p:cNvSpPr>
          <p:nvPr/>
        </p:nvSpPr>
        <p:spPr>
          <a:xfrm xmlns:a="http://schemas.openxmlformats.org/drawingml/2006/main">
            <a:off x="336232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2DBD73"/>
                </a:solidFill>
                <a:latin typeface="Arial"/>
                <a:ea typeface="Arial"/>
                <a:cs typeface="Arial"/>
              </a:defRPr>
            </a:defPPr>
            <a:lvl1pPr algn="ctr">
              <a:buNone/>
              <a:defRPr sz="1275" b="1" i="0">
                <a:solidFill>
                  <a:srgbClr val="2DBD73"/>
                </a:solidFill>
                <a:latin typeface="Arial"/>
                <a:ea typeface="Arial"/>
                <a:cs typeface="Arial"/>
              </a:defRPr>
            </a:lvl1pPr>
            <a:lvl2pPr algn="ctr">
              <a:buNone/>
              <a:defRPr sz="1275" b="1" i="0">
                <a:solidFill>
                  <a:srgbClr val="2DBD73"/>
                </a:solidFill>
                <a:latin typeface="Arial"/>
                <a:ea typeface="Arial"/>
                <a:cs typeface="Arial"/>
              </a:defRPr>
            </a:lvl2pPr>
            <a:lvl3pPr algn="ctr">
              <a:buNone/>
              <a:defRPr sz="1275" b="1" i="0">
                <a:solidFill>
                  <a:srgbClr val="2DBD73"/>
                </a:solidFill>
                <a:latin typeface="Arial"/>
                <a:ea typeface="Arial"/>
                <a:cs typeface="Arial"/>
              </a:defRPr>
            </a:lvl3pPr>
            <a:lvl4pPr algn="ctr">
              <a:buNone/>
              <a:defRPr sz="1275" b="1" i="0">
                <a:solidFill>
                  <a:srgbClr val="2DBD73"/>
                </a:solidFill>
                <a:latin typeface="Arial"/>
                <a:ea typeface="Arial"/>
                <a:cs typeface="Arial"/>
              </a:defRPr>
            </a:lvl4pPr>
            <a:lvl5pPr algn="ctr">
              <a:buNone/>
              <a:defRPr sz="1275" b="1" i="0">
                <a:solidFill>
                  <a:srgbClr val="2DBD73"/>
                </a:solidFill>
                <a:latin typeface="Arial"/>
                <a:ea typeface="Arial"/>
                <a:cs typeface="Arial"/>
              </a:defRPr>
            </a:lvl5pPr>
            <a:lvl6pPr algn="ctr">
              <a:buNone/>
              <a:defRPr sz="1275" b="1" i="0">
                <a:solidFill>
                  <a:srgbClr val="2DBD73"/>
                </a:solidFill>
                <a:latin typeface="Arial"/>
                <a:ea typeface="Arial"/>
                <a:cs typeface="Arial"/>
              </a:defRPr>
            </a:lvl6pPr>
            <a:lvl7pPr algn="ctr">
              <a:buNone/>
              <a:defRPr sz="1275" b="1" i="0">
                <a:solidFill>
                  <a:srgbClr val="2DBD73"/>
                </a:solidFill>
                <a:latin typeface="Arial"/>
                <a:ea typeface="Arial"/>
                <a:cs typeface="Arial"/>
              </a:defRPr>
            </a:lvl7pPr>
            <a:lvl8pPr algn="ctr">
              <a:buNone/>
              <a:defRPr sz="1275" b="1" i="0">
                <a:solidFill>
                  <a:srgbClr val="2DBD73"/>
                </a:solidFill>
                <a:latin typeface="Arial"/>
                <a:ea typeface="Arial"/>
                <a:cs typeface="Arial"/>
              </a:defRPr>
            </a:lvl8pPr>
            <a:lvl9pPr algn="ctr">
              <a:buNone/>
              <a:defRPr sz="1275" b="1" i="0">
                <a:solidFill>
                  <a:srgbClr val="2DBD73"/>
                </a:solidFill>
                <a:latin typeface="Arial"/>
                <a:ea typeface="Arial"/>
                <a:cs typeface="Arial"/>
              </a:defRPr>
            </a:lvl9pPr>
          </a:lstStyle>
          <a:p xmlns:a="http://schemas.openxmlformats.org/drawingml/2006/main">
            <a:pPr algn="ctr">
              <a:buNone/>
              <a:defRPr sz="1275" b="1" i="0">
                <a:solidFill>
                  <a:srgbClr val="2DBD73"/>
                </a:solidFill>
                <a:latin typeface="Arial"/>
                <a:ea typeface="Arial"/>
                <a:cs typeface="Arial"/>
              </a:defRPr>
            </a:pPr>
            <a:r>
              <a:rPr sz="1275" b="1" i="0">
                <a:solidFill>
                  <a:srgbClr val="2DBD73"/>
                </a:solidFill>
                <a:latin typeface="Arial"/>
                <a:ea typeface="Arial"/>
                <a:cs typeface="Arial"/>
              </a:rPr>
              <a:t>2015</a:t>
            </a:r>
          </a:p>
        </p:txBody>
      </p:sp>
      <p:sp>
        <p:nvSpPr>
          <p:cNvPr id="15" name="Rectangle 14">
            <a:extLst xmlns:a="http://schemas.openxmlformats.org/drawingml/2006/main">
              <a:ext uri="{FF2B5EF4-FFF2-40B4-BE49-F238E27FC236}">
                <a16:creationId xmlns:a16="http://schemas.microsoft.com/office/drawing/2014/main" id="{B9AB239F-668A-48CD-933C-0DAD1D6C970C}"/>
              </a:ext>
            </a:extLst>
          </p:cNvPr>
          <p:cNvSpPr>
            <a:spLocks xmlns:a="http://schemas.openxmlformats.org/drawingml/2006/main" noGrp="1"/>
          </p:cNvSpPr>
          <p:nvPr/>
        </p:nvSpPr>
        <p:spPr>
          <a:xfrm xmlns:a="http://schemas.openxmlformats.org/drawingml/2006/main">
            <a:off x="290512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SynLinker</a:t>
            </a:r>
          </a:p>
        </p:txBody>
      </p:sp>
      <p:sp>
        <p:nvSpPr>
          <p:cNvPr id="16" name="Rectangle 15">
            <a:extLst xmlns:a="http://schemas.openxmlformats.org/drawingml/2006/main">
              <a:ext uri="{FF2B5EF4-FFF2-40B4-BE49-F238E27FC236}">
                <a16:creationId xmlns:a16="http://schemas.microsoft.com/office/drawing/2014/main" id="{37BEDD6A-4214-432F-87DD-F05A2E1C9112}"/>
              </a:ext>
            </a:extLst>
          </p:cNvPr>
          <p:cNvSpPr>
            <a:spLocks xmlns:a="http://schemas.openxmlformats.org/drawingml/2006/main" noGrp="1"/>
          </p:cNvSpPr>
          <p:nvPr/>
        </p:nvSpPr>
        <p:spPr>
          <a:xfrm xmlns:a="http://schemas.openxmlformats.org/drawingml/2006/main">
            <a:off x="273367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2,260 linkers +</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fusion construction</a:t>
            </a:r>
          </a:p>
        </p:txBody>
      </p:sp>
      <p:sp>
        <p:nvSpPr>
          <p:cNvPr id="17" name="Oval 16">
            <a:extLst xmlns:a="http://schemas.openxmlformats.org/drawingml/2006/main">
              <a:ext uri="{FF2B5EF4-FFF2-40B4-BE49-F238E27FC236}">
                <a16:creationId xmlns:a16="http://schemas.microsoft.com/office/drawing/2014/main" id="{D294CAE0-CEC1-4DBD-8C1C-1135F039D852}"/>
              </a:ext>
            </a:extLst>
          </p:cNvPr>
          <p:cNvSpPr>
            <a:spLocks xmlns:a="http://schemas.openxmlformats.org/drawingml/2006/main" noGrp="1"/>
          </p:cNvSpPr>
          <p:nvPr/>
        </p:nvSpPr>
        <p:spPr>
          <a:xfrm xmlns:a="http://schemas.openxmlformats.org/drawingml/2006/main">
            <a:off x="5962650" y="2952750"/>
            <a:ext cx="438150" cy="438150"/>
          </a:xfrm>
          <a:prstGeom xmlns:a="http://schemas.openxmlformats.org/drawingml/2006/main" prst="ellipse">
            <a:avLst/>
          </a:prstGeom>
          <a:solidFill xmlns:a="http://schemas.openxmlformats.org/drawingml/2006/main">
            <a:srgbClr val="E84AAB"/>
          </a:solidFill>
          <a:ln xmlns:a="http://schemas.openxmlformats.org/drawingml/2006/main" w="19050">
            <a:solidFill>
              <a:srgbClr val="FFFFFF"/>
            </a:solidFill>
            <a:prstDash val="solid"/>
          </a:ln>
        </p:spPr>
      </p:sp>
      <p:sp>
        <p:nvSpPr>
          <p:cNvPr id="18" name="Rectangle 17">
            <a:extLst xmlns:a="http://schemas.openxmlformats.org/drawingml/2006/main">
              <a:ext uri="{FF2B5EF4-FFF2-40B4-BE49-F238E27FC236}">
                <a16:creationId xmlns:a16="http://schemas.microsoft.com/office/drawing/2014/main" id="{491D1317-B88F-4EA1-8BA4-B001CD35FBB2}"/>
              </a:ext>
            </a:extLst>
          </p:cNvPr>
          <p:cNvSpPr>
            <a:spLocks xmlns:a="http://schemas.openxmlformats.org/drawingml/2006/main" noGrp="1"/>
          </p:cNvSpPr>
          <p:nvPr/>
        </p:nvSpPr>
        <p:spPr>
          <a:xfrm xmlns:a="http://schemas.openxmlformats.org/drawingml/2006/main">
            <a:off x="586740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2016</a:t>
            </a:r>
          </a:p>
        </p:txBody>
      </p:sp>
      <p:sp>
        <p:nvSpPr>
          <p:cNvPr id="19" name="Rectangle 18">
            <a:extLst xmlns:a="http://schemas.openxmlformats.org/drawingml/2006/main">
              <a:ext uri="{FF2B5EF4-FFF2-40B4-BE49-F238E27FC236}">
                <a16:creationId xmlns:a16="http://schemas.microsoft.com/office/drawing/2014/main" id="{3C9E48FE-E859-49DF-A32C-ED851161EA9F}"/>
              </a:ext>
            </a:extLst>
          </p:cNvPr>
          <p:cNvSpPr>
            <a:spLocks xmlns:a="http://schemas.openxmlformats.org/drawingml/2006/main" noGrp="1"/>
          </p:cNvSpPr>
          <p:nvPr/>
        </p:nvSpPr>
        <p:spPr>
          <a:xfrm xmlns:a="http://schemas.openxmlformats.org/drawingml/2006/main">
            <a:off x="541020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DFLpred</a:t>
            </a:r>
          </a:p>
        </p:txBody>
      </p:sp>
      <p:sp>
        <p:nvSpPr>
          <p:cNvPr id="20" name="Rectangle 19">
            <a:extLst xmlns:a="http://schemas.openxmlformats.org/drawingml/2006/main">
              <a:ext uri="{FF2B5EF4-FFF2-40B4-BE49-F238E27FC236}">
                <a16:creationId xmlns:a16="http://schemas.microsoft.com/office/drawing/2014/main" id="{52BBA912-8A55-409F-8AF7-C4D0C0EEFD0F}"/>
              </a:ext>
            </a:extLst>
          </p:cNvPr>
          <p:cNvSpPr>
            <a:spLocks xmlns:a="http://schemas.openxmlformats.org/drawingml/2006/main" noGrp="1"/>
          </p:cNvSpPr>
          <p:nvPr/>
        </p:nvSpPr>
        <p:spPr>
          <a:xfrm xmlns:a="http://schemas.openxmlformats.org/drawingml/2006/main">
            <a:off x="523875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Per-residue</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propensity</a:t>
            </a:r>
          </a:p>
        </p:txBody>
      </p:sp>
      <p:sp>
        <p:nvSpPr>
          <p:cNvPr id="21" name="Oval 20">
            <a:extLst xmlns:a="http://schemas.openxmlformats.org/drawingml/2006/main">
              <a:ext uri="{FF2B5EF4-FFF2-40B4-BE49-F238E27FC236}">
                <a16:creationId xmlns:a16="http://schemas.microsoft.com/office/drawing/2014/main" id="{B534BC54-6ADC-4ED1-8E82-00DFBFF20ABA}"/>
              </a:ext>
            </a:extLst>
          </p:cNvPr>
          <p:cNvSpPr>
            <a:spLocks xmlns:a="http://schemas.openxmlformats.org/drawingml/2006/main" noGrp="1"/>
          </p:cNvSpPr>
          <p:nvPr/>
        </p:nvSpPr>
        <p:spPr>
          <a:xfrm xmlns:a="http://schemas.openxmlformats.org/drawingml/2006/main">
            <a:off x="8467725" y="2952750"/>
            <a:ext cx="438150" cy="438150"/>
          </a:xfrm>
          <a:prstGeom xmlns:a="http://schemas.openxmlformats.org/drawingml/2006/main" prst="ellipse">
            <a:avLst/>
          </a:prstGeom>
          <a:solidFill xmlns:a="http://schemas.openxmlformats.org/drawingml/2006/main">
            <a:srgbClr val="3FC6D6"/>
          </a:solidFill>
          <a:ln xmlns:a="http://schemas.openxmlformats.org/drawingml/2006/main" w="19050">
            <a:solidFill>
              <a:srgbClr val="FFFFFF"/>
            </a:solidFill>
            <a:prstDash val="solid"/>
          </a:ln>
        </p:spPr>
      </p:sp>
      <p:sp>
        <p:nvSpPr>
          <p:cNvPr id="22" name="Rectangle 21">
            <a:extLst xmlns:a="http://schemas.openxmlformats.org/drawingml/2006/main">
              <a:ext uri="{FF2B5EF4-FFF2-40B4-BE49-F238E27FC236}">
                <a16:creationId xmlns:a16="http://schemas.microsoft.com/office/drawing/2014/main" id="{5F1CED1E-E250-4943-9FD6-3C0875B438CE}"/>
              </a:ext>
            </a:extLst>
          </p:cNvPr>
          <p:cNvSpPr>
            <a:spLocks xmlns:a="http://schemas.openxmlformats.org/drawingml/2006/main" noGrp="1"/>
          </p:cNvSpPr>
          <p:nvPr/>
        </p:nvSpPr>
        <p:spPr>
          <a:xfrm xmlns:a="http://schemas.openxmlformats.org/drawingml/2006/main">
            <a:off x="8372475"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3FC6D6"/>
                </a:solidFill>
                <a:latin typeface="Arial"/>
                <a:ea typeface="Arial"/>
                <a:cs typeface="Arial"/>
              </a:defRPr>
            </a:defPPr>
            <a:lvl1pPr algn="ctr">
              <a:buNone/>
              <a:defRPr sz="1275" b="1" i="0">
                <a:solidFill>
                  <a:srgbClr val="3FC6D6"/>
                </a:solidFill>
                <a:latin typeface="Arial"/>
                <a:ea typeface="Arial"/>
                <a:cs typeface="Arial"/>
              </a:defRPr>
            </a:lvl1pPr>
            <a:lvl2pPr algn="ctr">
              <a:buNone/>
              <a:defRPr sz="1275" b="1" i="0">
                <a:solidFill>
                  <a:srgbClr val="3FC6D6"/>
                </a:solidFill>
                <a:latin typeface="Arial"/>
                <a:ea typeface="Arial"/>
                <a:cs typeface="Arial"/>
              </a:defRPr>
            </a:lvl2pPr>
            <a:lvl3pPr algn="ctr">
              <a:buNone/>
              <a:defRPr sz="1275" b="1" i="0">
                <a:solidFill>
                  <a:srgbClr val="3FC6D6"/>
                </a:solidFill>
                <a:latin typeface="Arial"/>
                <a:ea typeface="Arial"/>
                <a:cs typeface="Arial"/>
              </a:defRPr>
            </a:lvl3pPr>
            <a:lvl4pPr algn="ctr">
              <a:buNone/>
              <a:defRPr sz="1275" b="1" i="0">
                <a:solidFill>
                  <a:srgbClr val="3FC6D6"/>
                </a:solidFill>
                <a:latin typeface="Arial"/>
                <a:ea typeface="Arial"/>
                <a:cs typeface="Arial"/>
              </a:defRPr>
            </a:lvl4pPr>
            <a:lvl5pPr algn="ctr">
              <a:buNone/>
              <a:defRPr sz="1275" b="1" i="0">
                <a:solidFill>
                  <a:srgbClr val="3FC6D6"/>
                </a:solidFill>
                <a:latin typeface="Arial"/>
                <a:ea typeface="Arial"/>
                <a:cs typeface="Arial"/>
              </a:defRPr>
            </a:lvl5pPr>
            <a:lvl6pPr algn="ctr">
              <a:buNone/>
              <a:defRPr sz="1275" b="1" i="0">
                <a:solidFill>
                  <a:srgbClr val="3FC6D6"/>
                </a:solidFill>
                <a:latin typeface="Arial"/>
                <a:ea typeface="Arial"/>
                <a:cs typeface="Arial"/>
              </a:defRPr>
            </a:lvl6pPr>
            <a:lvl7pPr algn="ctr">
              <a:buNone/>
              <a:defRPr sz="1275" b="1" i="0">
                <a:solidFill>
                  <a:srgbClr val="3FC6D6"/>
                </a:solidFill>
                <a:latin typeface="Arial"/>
                <a:ea typeface="Arial"/>
                <a:cs typeface="Arial"/>
              </a:defRPr>
            </a:lvl7pPr>
            <a:lvl8pPr algn="ctr">
              <a:buNone/>
              <a:defRPr sz="1275" b="1" i="0">
                <a:solidFill>
                  <a:srgbClr val="3FC6D6"/>
                </a:solidFill>
                <a:latin typeface="Arial"/>
                <a:ea typeface="Arial"/>
                <a:cs typeface="Arial"/>
              </a:defRPr>
            </a:lvl8pPr>
            <a:lvl9pPr algn="ctr">
              <a:buNone/>
              <a:defRPr sz="1275" b="1" i="0">
                <a:solidFill>
                  <a:srgbClr val="3FC6D6"/>
                </a:solidFill>
                <a:latin typeface="Arial"/>
                <a:ea typeface="Arial"/>
                <a:cs typeface="Arial"/>
              </a:defRPr>
            </a:lvl9pPr>
          </a:lstStyle>
          <a:p xmlns:a="http://schemas.openxmlformats.org/drawingml/2006/main">
            <a:pPr algn="ctr">
              <a:buNone/>
              <a:defRPr sz="1275" b="1" i="0">
                <a:solidFill>
                  <a:srgbClr val="3FC6D6"/>
                </a:solidFill>
                <a:latin typeface="Arial"/>
                <a:ea typeface="Arial"/>
                <a:cs typeface="Arial"/>
              </a:defRPr>
            </a:pPr>
            <a:r>
              <a:rPr sz="1275" b="1" i="0">
                <a:solidFill>
                  <a:srgbClr val="3FC6D6"/>
                </a:solidFill>
                <a:latin typeface="Arial"/>
                <a:ea typeface="Arial"/>
                <a:cs typeface="Arial"/>
              </a:rPr>
              <a:t>2023</a:t>
            </a:r>
          </a:p>
        </p:txBody>
      </p:sp>
      <p:sp>
        <p:nvSpPr>
          <p:cNvPr id="23" name="Rectangle 22">
            <a:extLst xmlns:a="http://schemas.openxmlformats.org/drawingml/2006/main">
              <a:ext uri="{FF2B5EF4-FFF2-40B4-BE49-F238E27FC236}">
                <a16:creationId xmlns:a16="http://schemas.microsoft.com/office/drawing/2014/main" id="{5B855996-02DA-4CDB-8D38-E473CB4570EC}"/>
              </a:ext>
            </a:extLst>
          </p:cNvPr>
          <p:cNvSpPr>
            <a:spLocks xmlns:a="http://schemas.openxmlformats.org/drawingml/2006/main" noGrp="1"/>
          </p:cNvSpPr>
          <p:nvPr/>
        </p:nvSpPr>
        <p:spPr>
          <a:xfrm xmlns:a="http://schemas.openxmlformats.org/drawingml/2006/main">
            <a:off x="7915275"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TransDFL</a:t>
            </a:r>
          </a:p>
        </p:txBody>
      </p:sp>
      <p:sp>
        <p:nvSpPr>
          <p:cNvPr id="24" name="Rectangle 23">
            <a:extLst xmlns:a="http://schemas.openxmlformats.org/drawingml/2006/main">
              <a:ext uri="{FF2B5EF4-FFF2-40B4-BE49-F238E27FC236}">
                <a16:creationId xmlns:a16="http://schemas.microsoft.com/office/drawing/2014/main" id="{E420E45D-3C5F-4DF0-873B-2D1ADC0D39B4}"/>
              </a:ext>
            </a:extLst>
          </p:cNvPr>
          <p:cNvSpPr>
            <a:spLocks xmlns:a="http://schemas.openxmlformats.org/drawingml/2006/main" noGrp="1"/>
          </p:cNvSpPr>
          <p:nvPr/>
        </p:nvSpPr>
        <p:spPr>
          <a:xfrm xmlns:a="http://schemas.openxmlformats.org/drawingml/2006/main">
            <a:off x="7743825"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Transfer-learning</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DFL identification</a:t>
            </a:r>
          </a:p>
        </p:txBody>
      </p:sp>
      <p:sp>
        <p:nvSpPr>
          <p:cNvPr id="25" name="Oval 24">
            <a:extLst xmlns:a="http://schemas.openxmlformats.org/drawingml/2006/main">
              <a:ext uri="{FF2B5EF4-FFF2-40B4-BE49-F238E27FC236}">
                <a16:creationId xmlns:a16="http://schemas.microsoft.com/office/drawing/2014/main" id="{83765B29-E2FB-4A49-9AE4-31FB14D84798}"/>
              </a:ext>
            </a:extLst>
          </p:cNvPr>
          <p:cNvSpPr>
            <a:spLocks xmlns:a="http://schemas.openxmlformats.org/drawingml/2006/main" noGrp="1"/>
          </p:cNvSpPr>
          <p:nvPr/>
        </p:nvSpPr>
        <p:spPr>
          <a:xfrm xmlns:a="http://schemas.openxmlformats.org/drawingml/2006/main">
            <a:off x="10972800" y="2952750"/>
            <a:ext cx="438150" cy="438150"/>
          </a:xfrm>
          <a:prstGeom xmlns:a="http://schemas.openxmlformats.org/drawingml/2006/main" prst="ellipse">
            <a:avLst/>
          </a:prstGeom>
          <a:solidFill xmlns:a="http://schemas.openxmlformats.org/drawingml/2006/main">
            <a:srgbClr val="E46760"/>
          </a:solidFill>
          <a:ln xmlns:a="http://schemas.openxmlformats.org/drawingml/2006/main" w="19050">
            <a:solidFill>
              <a:srgbClr val="FFFFFF"/>
            </a:solidFill>
            <a:prstDash val="solid"/>
          </a:ln>
        </p:spPr>
      </p:sp>
      <p:sp>
        <p:nvSpPr>
          <p:cNvPr id="26" name="Rectangle 25">
            <a:extLst xmlns:a="http://schemas.openxmlformats.org/drawingml/2006/main">
              <a:ext uri="{FF2B5EF4-FFF2-40B4-BE49-F238E27FC236}">
                <a16:creationId xmlns:a16="http://schemas.microsoft.com/office/drawing/2014/main" id="{0B2009A1-0503-47E8-B276-777FE4C274D2}"/>
              </a:ext>
            </a:extLst>
          </p:cNvPr>
          <p:cNvSpPr>
            <a:spLocks xmlns:a="http://schemas.openxmlformats.org/drawingml/2006/main" noGrp="1"/>
          </p:cNvSpPr>
          <p:nvPr/>
        </p:nvSpPr>
        <p:spPr>
          <a:xfrm xmlns:a="http://schemas.openxmlformats.org/drawingml/2006/main">
            <a:off x="10877550" y="2466975"/>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2026</a:t>
            </a:r>
          </a:p>
        </p:txBody>
      </p:sp>
      <p:sp>
        <p:nvSpPr>
          <p:cNvPr id="27" name="Rectangle 26">
            <a:extLst xmlns:a="http://schemas.openxmlformats.org/drawingml/2006/main">
              <a:ext uri="{FF2B5EF4-FFF2-40B4-BE49-F238E27FC236}">
                <a16:creationId xmlns:a16="http://schemas.microsoft.com/office/drawing/2014/main" id="{83FC075A-A29C-420E-A8FF-E23073E06114}"/>
              </a:ext>
            </a:extLst>
          </p:cNvPr>
          <p:cNvSpPr>
            <a:spLocks xmlns:a="http://schemas.openxmlformats.org/drawingml/2006/main" noGrp="1"/>
          </p:cNvSpPr>
          <p:nvPr/>
        </p:nvSpPr>
        <p:spPr>
          <a:xfrm xmlns:a="http://schemas.openxmlformats.org/drawingml/2006/main">
            <a:off x="10420350" y="36766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F4F7F5"/>
                </a:solidFill>
                <a:latin typeface="Arial"/>
                <a:ea typeface="Arial"/>
                <a:cs typeface="Arial"/>
              </a:defRPr>
            </a:defPPr>
            <a:lvl1pPr algn="ctr">
              <a:buNone/>
              <a:defRPr sz="1500" b="1" i="0">
                <a:solidFill>
                  <a:srgbClr val="F4F7F5"/>
                </a:solidFill>
                <a:latin typeface="Arial"/>
                <a:ea typeface="Arial"/>
                <a:cs typeface="Arial"/>
              </a:defRPr>
            </a:lvl1pPr>
            <a:lvl2pPr algn="ctr">
              <a:buNone/>
              <a:defRPr sz="1500" b="1" i="0">
                <a:solidFill>
                  <a:srgbClr val="F4F7F5"/>
                </a:solidFill>
                <a:latin typeface="Arial"/>
                <a:ea typeface="Arial"/>
                <a:cs typeface="Arial"/>
              </a:defRPr>
            </a:lvl2pPr>
            <a:lvl3pPr algn="ctr">
              <a:buNone/>
              <a:defRPr sz="1500" b="1" i="0">
                <a:solidFill>
                  <a:srgbClr val="F4F7F5"/>
                </a:solidFill>
                <a:latin typeface="Arial"/>
                <a:ea typeface="Arial"/>
                <a:cs typeface="Arial"/>
              </a:defRPr>
            </a:lvl3pPr>
            <a:lvl4pPr algn="ctr">
              <a:buNone/>
              <a:defRPr sz="1500" b="1" i="0">
                <a:solidFill>
                  <a:srgbClr val="F4F7F5"/>
                </a:solidFill>
                <a:latin typeface="Arial"/>
                <a:ea typeface="Arial"/>
                <a:cs typeface="Arial"/>
              </a:defRPr>
            </a:lvl4pPr>
            <a:lvl5pPr algn="ctr">
              <a:buNone/>
              <a:defRPr sz="1500" b="1" i="0">
                <a:solidFill>
                  <a:srgbClr val="F4F7F5"/>
                </a:solidFill>
                <a:latin typeface="Arial"/>
                <a:ea typeface="Arial"/>
                <a:cs typeface="Arial"/>
              </a:defRPr>
            </a:lvl5pPr>
            <a:lvl6pPr algn="ctr">
              <a:buNone/>
              <a:defRPr sz="1500" b="1" i="0">
                <a:solidFill>
                  <a:srgbClr val="F4F7F5"/>
                </a:solidFill>
                <a:latin typeface="Arial"/>
                <a:ea typeface="Arial"/>
                <a:cs typeface="Arial"/>
              </a:defRPr>
            </a:lvl6pPr>
            <a:lvl7pPr algn="ctr">
              <a:buNone/>
              <a:defRPr sz="1500" b="1" i="0">
                <a:solidFill>
                  <a:srgbClr val="F4F7F5"/>
                </a:solidFill>
                <a:latin typeface="Arial"/>
                <a:ea typeface="Arial"/>
                <a:cs typeface="Arial"/>
              </a:defRPr>
            </a:lvl7pPr>
            <a:lvl8pPr algn="ctr">
              <a:buNone/>
              <a:defRPr sz="1500" b="1" i="0">
                <a:solidFill>
                  <a:srgbClr val="F4F7F5"/>
                </a:solidFill>
                <a:latin typeface="Arial"/>
                <a:ea typeface="Arial"/>
                <a:cs typeface="Arial"/>
              </a:defRPr>
            </a:lvl8pPr>
            <a:lvl9pPr algn="ctr">
              <a:buNone/>
              <a:defRPr sz="1500" b="1" i="0">
                <a:solidFill>
                  <a:srgbClr val="F4F7F5"/>
                </a:solidFill>
                <a:latin typeface="Arial"/>
                <a:ea typeface="Arial"/>
                <a:cs typeface="Arial"/>
              </a:defRPr>
            </a:lvl9pPr>
          </a:lstStyle>
          <a:p xmlns:a="http://schemas.openxmlformats.org/drawingml/2006/main">
            <a:pPr algn="ctr">
              <a:buNone/>
              <a:defRPr sz="1500" b="1" i="0">
                <a:solidFill>
                  <a:srgbClr val="F4F7F5"/>
                </a:solidFill>
                <a:latin typeface="Arial"/>
                <a:ea typeface="Arial"/>
                <a:cs typeface="Arial"/>
              </a:defRPr>
            </a:pPr>
            <a:r>
              <a:rPr sz="1500" b="1" i="0">
                <a:solidFill>
                  <a:srgbClr val="F4F7F5"/>
                </a:solidFill>
                <a:latin typeface="Arial"/>
                <a:ea typeface="Arial"/>
                <a:cs typeface="Arial"/>
              </a:rPr>
              <a:t>Li et al.</a:t>
            </a:r>
          </a:p>
        </p:txBody>
      </p:sp>
      <p:sp>
        <p:nvSpPr>
          <p:cNvPr id="28" name="Rectangle 27">
            <a:extLst xmlns:a="http://schemas.openxmlformats.org/drawingml/2006/main">
              <a:ext uri="{FF2B5EF4-FFF2-40B4-BE49-F238E27FC236}">
                <a16:creationId xmlns:a16="http://schemas.microsoft.com/office/drawing/2014/main" id="{E7F2A9D7-C32C-42C6-8830-0BCE22BAB52C}"/>
              </a:ext>
            </a:extLst>
          </p:cNvPr>
          <p:cNvSpPr>
            <a:spLocks xmlns:a="http://schemas.openxmlformats.org/drawingml/2006/main" noGrp="1"/>
          </p:cNvSpPr>
          <p:nvPr/>
        </p:nvSpPr>
        <p:spPr>
          <a:xfrm xmlns:a="http://schemas.openxmlformats.org/drawingml/2006/main">
            <a:off x="10248900" y="4067175"/>
            <a:ext cx="1885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125" b="0" i="0">
                <a:solidFill>
                  <a:srgbClr val="AFC0B8"/>
                </a:solidFill>
                <a:latin typeface="Arial"/>
                <a:ea typeface="Arial"/>
                <a:cs typeface="Arial"/>
              </a:defRPr>
            </a:defPPr>
            <a:lvl1pPr algn="ctr">
              <a:buNone/>
              <a:defRPr sz="1125" b="0" i="0">
                <a:solidFill>
                  <a:srgbClr val="AFC0B8"/>
                </a:solidFill>
                <a:latin typeface="Arial"/>
                <a:ea typeface="Arial"/>
                <a:cs typeface="Arial"/>
              </a:defRPr>
            </a:lvl1pPr>
            <a:lvl2pPr algn="ctr">
              <a:buNone/>
              <a:defRPr sz="1125" b="0" i="0">
                <a:solidFill>
                  <a:srgbClr val="AFC0B8"/>
                </a:solidFill>
                <a:latin typeface="Arial"/>
                <a:ea typeface="Arial"/>
                <a:cs typeface="Arial"/>
              </a:defRPr>
            </a:lvl2pPr>
            <a:lvl3pPr algn="ctr">
              <a:buNone/>
              <a:defRPr sz="1125" b="0" i="0">
                <a:solidFill>
                  <a:srgbClr val="AFC0B8"/>
                </a:solidFill>
                <a:latin typeface="Arial"/>
                <a:ea typeface="Arial"/>
                <a:cs typeface="Arial"/>
              </a:defRPr>
            </a:lvl3pPr>
            <a:lvl4pPr algn="ctr">
              <a:buNone/>
              <a:defRPr sz="1125" b="0" i="0">
                <a:solidFill>
                  <a:srgbClr val="AFC0B8"/>
                </a:solidFill>
                <a:latin typeface="Arial"/>
                <a:ea typeface="Arial"/>
                <a:cs typeface="Arial"/>
              </a:defRPr>
            </a:lvl4pPr>
            <a:lvl5pPr algn="ctr">
              <a:buNone/>
              <a:defRPr sz="1125" b="0" i="0">
                <a:solidFill>
                  <a:srgbClr val="AFC0B8"/>
                </a:solidFill>
                <a:latin typeface="Arial"/>
                <a:ea typeface="Arial"/>
                <a:cs typeface="Arial"/>
              </a:defRPr>
            </a:lvl5pPr>
            <a:lvl6pPr algn="ctr">
              <a:buNone/>
              <a:defRPr sz="1125" b="0" i="0">
                <a:solidFill>
                  <a:srgbClr val="AFC0B8"/>
                </a:solidFill>
                <a:latin typeface="Arial"/>
                <a:ea typeface="Arial"/>
                <a:cs typeface="Arial"/>
              </a:defRPr>
            </a:lvl6pPr>
            <a:lvl7pPr algn="ctr">
              <a:buNone/>
              <a:defRPr sz="1125" b="0" i="0">
                <a:solidFill>
                  <a:srgbClr val="AFC0B8"/>
                </a:solidFill>
                <a:latin typeface="Arial"/>
                <a:ea typeface="Arial"/>
                <a:cs typeface="Arial"/>
              </a:defRPr>
            </a:lvl7pPr>
            <a:lvl8pPr algn="ctr">
              <a:buNone/>
              <a:defRPr sz="1125" b="0" i="0">
                <a:solidFill>
                  <a:srgbClr val="AFC0B8"/>
                </a:solidFill>
                <a:latin typeface="Arial"/>
                <a:ea typeface="Arial"/>
                <a:cs typeface="Arial"/>
              </a:defRPr>
            </a:lvl8pPr>
            <a:lvl9pPr algn="ctr">
              <a:buNone/>
              <a:defRPr sz="1125" b="0" i="0">
                <a:solidFill>
                  <a:srgbClr val="AFC0B8"/>
                </a:solidFill>
                <a:latin typeface="Arial"/>
                <a:ea typeface="Arial"/>
                <a:cs typeface="Arial"/>
              </a:defRPr>
            </a:lvl9pPr>
          </a:lstStyle>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370-linker functional</a:t>
            </a:r>
          </a:p>
          <a:p xmlns:a="http://schemas.openxmlformats.org/drawingml/2006/main">
            <a:pPr algn="ctr">
              <a:buNone/>
              <a:defRPr sz="1125" b="0" i="0">
                <a:solidFill>
                  <a:srgbClr val="AFC0B8"/>
                </a:solidFill>
                <a:latin typeface="Arial"/>
                <a:ea typeface="Arial"/>
                <a:cs typeface="Arial"/>
              </a:defRPr>
            </a:pPr>
            <a:r>
              <a:rPr sz="1125" b="0" i="0">
                <a:solidFill>
                  <a:srgbClr val="AFC0B8"/>
                </a:solidFill>
                <a:latin typeface="Arial"/>
                <a:ea typeface="Arial"/>
                <a:cs typeface="Arial"/>
              </a:rPr>
              <a:t>model for one fusion</a:t>
            </a:r>
          </a:p>
        </p:txBody>
      </p:sp>
      <p:sp>
        <p:nvSpPr>
          <p:cNvPr id="29" name="Straight Connector 28">
            <a:extLst xmlns:a="http://schemas.openxmlformats.org/drawingml/2006/main">
              <a:ext uri="{FF2B5EF4-FFF2-40B4-BE49-F238E27FC236}">
                <a16:creationId xmlns:a16="http://schemas.microsoft.com/office/drawing/2014/main" id="{0C0F1DC8-F415-4F52-BD0F-0059638BCE4A}"/>
              </a:ext>
            </a:extLst>
          </p:cNvPr>
          <p:cNvSpPr>
            <a:spLocks xmlns:a="http://schemas.openxmlformats.org/drawingml/2006/main" noGrp="1"/>
          </p:cNvSpPr>
          <p:nvPr/>
        </p:nvSpPr>
        <p:spPr>
          <a:xfrm xmlns:a="http://schemas.openxmlformats.org/drawingml/2006/main">
            <a:off x="1352550" y="5391150"/>
            <a:ext cx="94869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30" name="Rectangle 29">
            <a:extLst xmlns:a="http://schemas.openxmlformats.org/drawingml/2006/main">
              <a:ext uri="{FF2B5EF4-FFF2-40B4-BE49-F238E27FC236}">
                <a16:creationId xmlns:a16="http://schemas.microsoft.com/office/drawing/2014/main" id="{73E317F2-7DEB-452F-B39C-C9D175589C5A}"/>
              </a:ext>
            </a:extLst>
          </p:cNvPr>
          <p:cNvSpPr>
            <a:spLocks xmlns:a="http://schemas.openxmlformats.org/drawingml/2006/main" noGrp="1"/>
          </p:cNvSpPr>
          <p:nvPr/>
        </p:nvSpPr>
        <p:spPr>
          <a:xfrm xmlns:a="http://schemas.openxmlformats.org/drawingml/2006/main">
            <a:off x="1685925" y="5524500"/>
            <a:ext cx="882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13"/>
          </a:bodyPr>
          <a:lstStyle xmlns:a="http://schemas.openxmlformats.org/drawingml/2006/main">
            <a:defPPr algn="ctr">
              <a:defRPr sz="1425" b="1" i="0">
                <a:solidFill>
                  <a:srgbClr val="3FC6D6"/>
                </a:solidFill>
                <a:latin typeface="Arial"/>
                <a:ea typeface="Arial"/>
                <a:cs typeface="Arial"/>
              </a:defRPr>
            </a:defPPr>
            <a:lvl1pPr algn="ctr">
              <a:buNone/>
              <a:defRPr sz="1425" b="1" i="0">
                <a:solidFill>
                  <a:srgbClr val="3FC6D6"/>
                </a:solidFill>
                <a:latin typeface="Arial"/>
                <a:ea typeface="Arial"/>
                <a:cs typeface="Arial"/>
              </a:defRPr>
            </a:lvl1pPr>
            <a:lvl2pPr algn="ctr">
              <a:buNone/>
              <a:defRPr sz="1425" b="1" i="0">
                <a:solidFill>
                  <a:srgbClr val="3FC6D6"/>
                </a:solidFill>
                <a:latin typeface="Arial"/>
                <a:ea typeface="Arial"/>
                <a:cs typeface="Arial"/>
              </a:defRPr>
            </a:lvl2pPr>
            <a:lvl3pPr algn="ctr">
              <a:buNone/>
              <a:defRPr sz="1425" b="1" i="0">
                <a:solidFill>
                  <a:srgbClr val="3FC6D6"/>
                </a:solidFill>
                <a:latin typeface="Arial"/>
                <a:ea typeface="Arial"/>
                <a:cs typeface="Arial"/>
              </a:defRPr>
            </a:lvl3pPr>
            <a:lvl4pPr algn="ctr">
              <a:buNone/>
              <a:defRPr sz="1425" b="1" i="0">
                <a:solidFill>
                  <a:srgbClr val="3FC6D6"/>
                </a:solidFill>
                <a:latin typeface="Arial"/>
                <a:ea typeface="Arial"/>
                <a:cs typeface="Arial"/>
              </a:defRPr>
            </a:lvl4pPr>
            <a:lvl5pPr algn="ctr">
              <a:buNone/>
              <a:defRPr sz="1425" b="1" i="0">
                <a:solidFill>
                  <a:srgbClr val="3FC6D6"/>
                </a:solidFill>
                <a:latin typeface="Arial"/>
                <a:ea typeface="Arial"/>
                <a:cs typeface="Arial"/>
              </a:defRPr>
            </a:lvl5pPr>
            <a:lvl6pPr algn="ctr">
              <a:buNone/>
              <a:defRPr sz="1425" b="1" i="0">
                <a:solidFill>
                  <a:srgbClr val="3FC6D6"/>
                </a:solidFill>
                <a:latin typeface="Arial"/>
                <a:ea typeface="Arial"/>
                <a:cs typeface="Arial"/>
              </a:defRPr>
            </a:lvl6pPr>
            <a:lvl7pPr algn="ctr">
              <a:buNone/>
              <a:defRPr sz="1425" b="1" i="0">
                <a:solidFill>
                  <a:srgbClr val="3FC6D6"/>
                </a:solidFill>
                <a:latin typeface="Arial"/>
                <a:ea typeface="Arial"/>
                <a:cs typeface="Arial"/>
              </a:defRPr>
            </a:lvl7pPr>
            <a:lvl8pPr algn="ctr">
              <a:buNone/>
              <a:defRPr sz="1425" b="1" i="0">
                <a:solidFill>
                  <a:srgbClr val="3FC6D6"/>
                </a:solidFill>
                <a:latin typeface="Arial"/>
                <a:ea typeface="Arial"/>
                <a:cs typeface="Arial"/>
              </a:defRPr>
            </a:lvl8pPr>
            <a:lvl9pPr algn="ctr">
              <a:buNone/>
              <a:defRPr sz="1425" b="1" i="0">
                <a:solidFill>
                  <a:srgbClr val="3FC6D6"/>
                </a:solidFill>
                <a:latin typeface="Arial"/>
                <a:ea typeface="Arial"/>
                <a:cs typeface="Arial"/>
              </a:defRPr>
            </a:lvl9pPr>
          </a:lstStyle>
          <a:p xmlns:a="http://schemas.openxmlformats.org/drawingml/2006/main">
            <a:pPr algn="ctr">
              <a:buNone/>
              <a:defRPr sz="1425" b="1" i="0">
                <a:solidFill>
                  <a:srgbClr val="3FC6D6"/>
                </a:solidFill>
                <a:latin typeface="Arial"/>
                <a:ea typeface="Arial"/>
                <a:cs typeface="Arial"/>
              </a:defRPr>
            </a:pPr>
            <a:r>
              <a:rPr sz="1425" b="1" i="0">
                <a:solidFill>
                  <a:srgbClr val="3FC6D6"/>
                </a:solidFill>
                <a:latin typeface="Arial"/>
                <a:ea typeface="Arial"/>
                <a:cs typeface="Arial"/>
              </a:rPr>
              <a:t>Residue detection, candidate generation, functional prediction, and pair-specific ranking require different evidence.</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C95F2BE9-B8A3-4057-B34E-9E90A2852F29}"/>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786E8C6-1020-4821-B712-ED0B0ADB3B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185B87F-2B57-407A-9BDA-86E5DCB7EA6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76349E0C-2FCE-4866-A012-F9B00030FE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Rectangle 3">
            <a:extLst xmlns:a="http://schemas.openxmlformats.org/drawingml/2006/main">
              <a:ext uri="{FF2B5EF4-FFF2-40B4-BE49-F238E27FC236}">
                <a16:creationId xmlns:a16="http://schemas.microsoft.com/office/drawing/2014/main" id="{50A2B6F8-AFFA-4181-AD06-41AEC558A3A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Rectangle 4">
            <a:extLst xmlns:a="http://schemas.openxmlformats.org/drawingml/2006/main">
              <a:ext uri="{FF2B5EF4-FFF2-40B4-BE49-F238E27FC236}">
                <a16:creationId xmlns:a16="http://schemas.microsoft.com/office/drawing/2014/main" id="{B0AE1FDA-B90F-4467-92E0-E1BD60CFCA1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Rectangle 5">
            <a:extLst xmlns:a="http://schemas.openxmlformats.org/drawingml/2006/main">
              <a:ext uri="{FF2B5EF4-FFF2-40B4-BE49-F238E27FC236}">
                <a16:creationId xmlns:a16="http://schemas.microsoft.com/office/drawing/2014/main" id="{88B490BA-E54E-4B03-B945-9A8144C2A5F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Rectangle 6">
            <a:extLst xmlns:a="http://schemas.openxmlformats.org/drawingml/2006/main">
              <a:ext uri="{FF2B5EF4-FFF2-40B4-BE49-F238E27FC236}">
                <a16:creationId xmlns:a16="http://schemas.microsoft.com/office/drawing/2014/main" id="{0D149A23-3780-483A-BF93-4FA42FEFB5D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Broader evidence integration is proposed. Predictive superiority has not been demonstrated</a:t>
            </a:r>
          </a:p>
        </p:txBody>
      </p:sp>
      <p:graphicFrame>
        <p:nvGraphicFramePr>
          <p:cNvPr id="8" name="Table 7">
            <a:extLst xmlns:a="http://schemas.openxmlformats.org/drawingml/2006/main">
              <a:ext uri="{FF2B5EF4-FFF2-40B4-BE49-F238E27FC236}">
                <a16:creationId xmlns:a16="http://schemas.microsoft.com/office/drawing/2014/main" id="{A0A5FEA0-3133-448C-9E4C-6204DED243A7}"/>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75" b="1">
                          <a:solidFill>
                            <a:srgbClr val="3FC6D6"/>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Primary output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Context represented</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Evidence boundary</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or retrieved linker candidates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properties and curated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No learned outcome for a selected domain pair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Per-residue DFL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One protein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Detection does not rank engineered fusions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Fluorescence prediction and linker customization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linkers in one sfGFP–nanobody system plus AF2 features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Strong task-specific evidence; cross-pair generalization remains untested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model and confidence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Complete supplied sequence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Structure confidence alone does not establish expression or activity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657225">
                <a:tc>
                  <a:txBody>
                    <a:bodyPr/>
                    <a:lstStyle/>
                    <a:p>
                      <a:r>
                        <a:rPr sz="975" b="1">
                          <a:solidFill>
                            <a:srgbClr val="3FC6D6"/>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Pair-conditioned ranking with a matched evidence bundle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Both domains, attachment context, candidate, and full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c>
                  <a:txBody>
                    <a:bodyPr/>
                    <a:lstStyle/>
                    <a:p>
                      <a:r>
                        <a:rPr sz="975" b="1">
                          <a:solidFill>
                            <a:srgbClr val="F4F7F5"/>
                          </a:solidFill>
                          <a:latin typeface="Arial"/>
                          <a:ea typeface="Arial"/>
                          <a:cs typeface="Arial"/>
                        </a:rPr>
                        <a:t>Ranker training and family-disjoint validation remain incomplete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2352B"/>
                    </a:solidFill>
                  </a:tcPr>
                </a:tc>
              </a:tr>
            </a:tbl>
          </a:graphicData>
        </a:graphic>
      </p:graphicFrame>
      <p:sp>
        <p:nvSpPr>
          <p:cNvPr id="9" name="Straight Connector 8">
            <a:extLst xmlns:a="http://schemas.openxmlformats.org/drawingml/2006/main">
              <a:ext uri="{FF2B5EF4-FFF2-40B4-BE49-F238E27FC236}">
                <a16:creationId xmlns:a16="http://schemas.microsoft.com/office/drawing/2014/main" id="{C5D9A431-C91C-40AE-A8C2-834E0091C684}"/>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Rectangle 9">
            <a:extLst xmlns:a="http://schemas.openxmlformats.org/drawingml/2006/main">
              <a:ext uri="{FF2B5EF4-FFF2-40B4-BE49-F238E27FC236}">
                <a16:creationId xmlns:a16="http://schemas.microsoft.com/office/drawing/2014/main" id="{5132D014-7B54-4EAA-A0C8-631DE5D1BF99}"/>
              </a:ext>
            </a:extLst>
          </p:cNvPr>
          <p:cNvSpPr>
            <a:spLocks xmlns:a="http://schemas.openxmlformats.org/drawingml/2006/main" noGrp="1"/>
          </p:cNvSpPr>
          <p:nvPr/>
        </p:nvSpPr>
        <p:spPr>
          <a:xfrm xmlns:a="http://schemas.openxmlformats.org/drawingml/2006/main">
            <a:off x="638175" y="5924550"/>
            <a:ext cx="157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Distinctive scope</a:t>
            </a:r>
          </a:p>
        </p:txBody>
      </p:sp>
      <p:sp>
        <p:nvSpPr>
          <p:cNvPr id="11" name="Rectangle 10">
            <a:extLst xmlns:a="http://schemas.openxmlformats.org/drawingml/2006/main">
              <a:ext uri="{FF2B5EF4-FFF2-40B4-BE49-F238E27FC236}">
                <a16:creationId xmlns:a16="http://schemas.microsoft.com/office/drawing/2014/main" id="{6CDB952E-D27E-445E-9C6F-856D199B213E}"/>
              </a:ext>
            </a:extLst>
          </p:cNvPr>
          <p:cNvSpPr>
            <a:spLocks xmlns:a="http://schemas.openxmlformats.org/drawingml/2006/main" noGrp="1"/>
          </p:cNvSpPr>
          <p:nvPr/>
        </p:nvSpPr>
        <p:spPr>
          <a:xfrm xmlns:a="http://schemas.openxmlformats.org/drawingml/2006/main">
            <a:off x="2257425" y="5886450"/>
            <a:ext cx="917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91"/>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One contract links candidate selection, full-fusion checks, rejection rules, and provenance. A performance advantage remains a hypothesis.</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C043140E-2548-428E-9788-D5EA0A1DC6B2}"/>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F0D94B39-F006-4990-A82D-8C9D1261FDF7}"/>
              </a:ext>
            </a:extLst>
          </p:cNvPr>
          <p:cNvPicPr>
            <a:picLocks xmlns:a="http://schemas.openxmlformats.org/drawingml/2006/main" noChangeAspect="1"/>
          </p:cNvPicPr>
          <p:nvPr/>
        </p:nvPicPr>
        <p:blipFill>
          <a:blip xmlns:r="http://schemas.openxmlformats.org/officeDocument/2006/relationships" xmlns:a="http://schemas.openxmlformats.org/drawingml/2006/main" r:embed="R1fcd3887fea244d4"/>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827B650F-1B20-4E4A-829A-3BF1D4BE0FE9}"/>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90a44ec6a6fe40c6"/>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8B772163-7DF7-4800-8DD2-CBA20F9409C4}"/>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1cf0676d8bd9490b"/>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184FA7B1-90E0-4BC8-A6D1-BC5562B3EDB9}"/>
              </a:ext>
            </a:extLst>
          </p:cNvPr>
          <p:cNvPicPr>
            <a:picLocks xmlns:a="http://schemas.openxmlformats.org/drawingml/2006/main" noChangeAspect="1"/>
          </p:cNvPicPr>
          <p:nvPr/>
        </p:nvPicPr>
        <p:blipFill>
          <a:blip xmlns:r="http://schemas.openxmlformats.org/officeDocument/2006/relationships" xmlns:a="http://schemas.openxmlformats.org/drawingml/2006/main" r:embed="Rc14daf2dcfcd4a60"/>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004AD62A-3657-4AAE-A3AA-5F4368E5665B}"/>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F195B7B-DACD-4E78-A793-B4D1FC5C8A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359117-4DD6-42E4-918B-57505E9C67C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2664EFAB-7B75-4273-8F57-338EB3BDCD3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A5DCD834-E360-456E-A07F-2637BC20621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7DF0AABD-018C-443B-8A60-20591F42C47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CDDA15D6-D7F7-4FA4-AFC7-9A9313262AF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83B40757-2236-4705-989C-56726045619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CC6EEF0D-8C82-43D3-B498-DE6C7CDAF927}"/>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7084EF60-6FF4-43F8-8B8D-A265BDD5D907}"/>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C1172E4-B4D1-4F93-BCCE-6942AC980B5F}"/>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4D2A1716-90FB-4A06-8AF6-53FA9990ED9A}"/>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D44EF365-F518-4D4F-B864-AADFE1B64A61}"/>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538ABB52-B125-4C9C-A55F-59170886F3F8}"/>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B1F1F4EB-9A46-4008-A7EA-D00AD31F1EC1}"/>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BF9894E-A52C-46F2-886E-D4BFC708BEB0}"/>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FF8961F1-B04C-46F7-ADFF-F571054F82A5}"/>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084FBC0C-640C-47CE-8B54-7BF28CA3B55B}"/>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F3EC9705-60A2-4A0A-B003-6124B250BBCA}"/>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BCA0A01C-E2FD-485B-ADD7-02198A2DEA7F}"/>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68686F-34D0-48C0-8BAA-13C53F530030}"/>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EC9A5BD9-0912-49AB-BECB-11E960CF4CDB}"/>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8F3250A8-FBEE-4D1E-9BA9-CC3C2B9674FA}"/>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000B3E58-645E-4003-B3EC-E423F8A5D40A}"/>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0CE38CB5-53A4-4413-9342-A849107EA972}"/>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4B41B9C-6687-4622-8C2A-95BFB3ADF3DB}"/>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ADACCBDF-85D8-4A77-A7E2-491B22F51AB9}"/>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BC81B92D-51B3-4568-B411-8925A02879AB}"/>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24F6C409-51E5-4BC7-8EC7-22F0611B9131}"/>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1527337436"/>
      </p:ext>
    </p:extLst>
  </p:cSld>
</p:sld>
</file>

<file path=ppt/slides/slide2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CF0C692-CE05-4A7D-81B8-627CDCA6082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D2ECD2-2B16-4574-9354-A6D65A0B3054}"/>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D28A1F1-1B0E-4C0E-A0B6-79032CD896F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65D22391-8CD7-4EDC-91FD-D6FA417692F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814AF95B-57F7-43A0-A2D2-AF0F8F1ED0D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724A9293-6498-4949-AD5A-87E04103D7C4}"/>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F036424E-EB2C-46EF-BAA4-0D8FFE86C75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661203CC-806F-42F5-A956-FA03C9F2C3F4}"/>
              </a:ext>
            </a:extLst>
          </p:cNvPr>
          <p:cNvPicPr>
            <a:picLocks xmlns:a="http://schemas.openxmlformats.org/drawingml/2006/main" noChangeAspect="1"/>
          </p:cNvPicPr>
          <p:nvPr/>
        </p:nvPicPr>
        <p:blipFill>
          <a:blip xmlns:r="http://schemas.openxmlformats.org/officeDocument/2006/relationships" xmlns:a="http://schemas.openxmlformats.org/drawingml/2006/main" r:embed="R8bb08c15a4684ede"/>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77809B2-9196-43F5-A6DA-556DCAED68A3}"/>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7D5EBC82-3431-485F-B414-D2F7720A8F2F}"/>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D63B7864-C1DD-4038-806E-C7B57B0CBEC6}"/>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330ABE8F-5CBE-4EB5-B464-FEA960447A1C}"/>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DDFFBDE6-6EFE-4EFE-9A5C-00ADB7EF74D7}"/>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BE3E0137-3E3A-42BF-AEA8-84180AD1A6D4}"/>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A842DA2C-90A9-4A40-B9A5-CC3F0D49E866}"/>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A4F1F896-EA6D-461A-914C-EF273E79BA2C}"/>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D4643B0D-4E53-487F-9705-F2066001B702}"/>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E2B03024-C3CC-477B-A486-C46EAD22C535}"/>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CFD8D12E-C57B-40BF-8432-043E2B11E865}"/>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7779B8DF-714C-4213-A7DE-EF10D1E6FC47}"/>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273646287"/>
      </p:ext>
    </p:extLst>
  </p:cSld>
</p:sld>
</file>

<file path=ppt/slides/slide25.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2D303E-5CC5-4E1F-BFA5-661389C3BD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4FE1A4-879B-4641-A7F7-FAB47625417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B39E98E-B188-4E9C-9FF9-3631047921E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CF7B8ADF-F284-4DA0-B24E-55293D53090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00CD7798-5232-4B09-9CE1-B53EFC74D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6AF27A93-D39E-447D-A47A-C34A6A8D452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AE1924C1-40DB-4552-B70A-DD5402214AB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9767AA28-466A-4C90-A77E-2C0B94C7B6B1}"/>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aaf1fa2b918f4825"/>
          </a:graphicData>
        </a:graphic>
      </p:graphicFrame>
      <p:sp>
        <p:nvSpPr>
          <p:cNvPr id="9" name="">
            <a:extLst xmlns:a="http://schemas.openxmlformats.org/drawingml/2006/main">
              <a:ext uri="{FF2B5EF4-FFF2-40B4-BE49-F238E27FC236}">
                <a16:creationId xmlns:a16="http://schemas.microsoft.com/office/drawing/2014/main" id="{1C99DDD2-D8D4-4510-8706-2A77B706DC48}"/>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EFC24E55-D6D4-4DA1-970D-4DBBA478D15D}"/>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CE658774-FADF-4863-8410-4CD5F3C623D7}"/>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1444369510"/>
      </p:ext>
    </p:extLst>
  </p:cSld>
</p:sld>
</file>

<file path=ppt/slides/slide26.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F780C6-6F23-4EE5-B00E-EEEA231DBBF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4DB29D-5964-418D-96A8-FAF921521D5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86D484A-F1EE-4A53-A301-14EECEFEF51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BB7450EE-32B0-4EE6-A850-DE37BE5FF26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F846BFAC-CD4D-4FC9-B06E-2A53986583C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121D8482-45E3-48DC-A2B8-E0B57D91279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6D9C542E-1142-4FB1-A8ED-B69D944F5B8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5A811FE5-B9BB-4C9F-82D0-09AB7B8473F4}"/>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C3CF7B22-6C0C-407A-BB00-A6C28CC2DE6C}"/>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582B984F-BCCE-43E8-8113-8FDCD5C61664}"/>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E6A3A60F-470D-4E19-B782-0FA9E54C607B}"/>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279796237"/>
      </p:ext>
    </p:extLst>
  </p:cSld>
</p:sld>
</file>

<file path=ppt/slides/slide27.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4659FD-D3F4-4E30-9D70-551C241AF1C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F4EC4F-2EA7-49D9-9672-16A3D61B582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32FC0F0-23E2-4921-A4CD-8A890DF4F9B4}"/>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67252C5-4ACD-4FB5-9B2D-B517CA90A6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6086A7A1-7C7E-436D-8FCE-95D77D4D110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59F0FF74-5DD8-49CB-8033-D7B54FC98A02}"/>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8DDFC61D-7372-4A07-B345-4110ACA93D2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093A627E-1A9B-470D-BAFC-DEFA26AB166B}"/>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D44C1D16-E54E-413C-88C7-C532DC35B757}"/>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6A2FBE90-C2FB-427C-9538-8CCAA6AA2C1E}"/>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418426A-9292-4406-AE01-137C578EFD61}"/>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45046461"/>
      </p:ext>
    </p:extLst>
  </p:cSld>
</p:sld>
</file>

<file path=ppt/slides/slide28.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5764F0-28F6-46A9-9A11-444831F90D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223743-54C5-4D6B-BDA6-4F97FC1DF7E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64E7367-F4AD-476B-B74B-EF960DDD80B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2566FCF6-71EB-4614-A8DC-72C7DC1F8B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F0AB6BA5-3FE5-4653-9FF4-3A14932A1A2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C3D4050C-7D27-4D8C-9B09-95FACC9BF04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DB459BF2-7677-404D-937A-47488375252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735A04D6-8BDC-4959-A4DE-C78867D68122}"/>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B0CE856-49BF-4E8D-BD9E-02968D9ED3F5}"/>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2E27A4CF-E1D2-40E0-8465-FDC271885634}"/>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6A53BD24-8B07-4D0D-AE6B-BA3F3EC4DCC7}"/>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742611025"/>
      </p:ext>
    </p:extLst>
  </p:cSld>
</p:sld>
</file>

<file path=ppt/slides/slide29.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459C5F7-9FB4-40DD-997F-57D5C97FBF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791026-4801-4130-95A9-2A08612C433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7E483AFD-89B4-4EFF-9483-EEB253A6F82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2EA50AEC-75D5-437D-A958-7C83205EA0E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22DAD306-87C0-41E3-A7E2-36CD598F760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8A41C228-5BA8-427D-A365-59EBA5800A2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CBC54160-69F9-4F17-B297-5659BC6A482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0BF8C1A0-81FD-4888-9F1B-1F07972752D0}"/>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ABB090E7-6393-41FF-AE57-E53C5BDFD3D4}"/>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C04E6D-957E-48BE-8044-F557479EFB80}"/>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558DC554-6541-4B6A-B8F1-A0A60A255EE8}"/>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BD04C920-CDF4-4A21-A902-0B11FEBEB770}"/>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5CF3BB2F-C816-4F4A-AB64-D8843508268A}"/>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7EE4E199-834D-4ABB-B357-FF4DE568666D}"/>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97CD2D1-9E39-4083-8AB1-676B4D0BE419}"/>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2C0CC8E9-21B0-4542-9647-D6AFB89D6C03}"/>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11F7C1F4-49B3-42D0-9263-4559BC49BF49}"/>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8C42135F-FB66-4084-BBE3-D9AB2EB1BA3A}"/>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76C3A598-212A-4F69-A5A7-F681D23C86BD}"/>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3043584-7B06-4DAB-B4E8-8EA31F873A18}"/>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CE351351-CBC4-4F6B-8587-2B274142F8FB}"/>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96D3CDDC-E95E-44D3-8A1F-E5EABAFFF320}"/>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C17523D7-B799-4E1B-B4CB-9FFAB2553CB8}"/>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4C449E4C-9399-4BC8-A7AA-2630A96C77C5}"/>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66A708D-CBED-4DF2-B90B-543A5D5E6AE4}"/>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D5EE67BB-5E5C-4383-8D55-5DFB39BC7F08}"/>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4AC452B3-4C67-4C0C-8E8C-6BAEF643B076}"/>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F6B0AA72-5E59-40EF-8E9F-7F62F2CC377B}"/>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AB2415DC-FA96-4184-A089-53A78492B608}"/>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E1833A64-A015-4BCE-A857-68F7FEE88E24}"/>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2041450639"/>
      </p:ext>
    </p:extLst>
  </p:cSld>
</p:sld>
</file>

<file path=ppt/slides/slide30.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E8D2088-331E-41DF-9473-EBD4BA142C1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E85C5C-1252-4756-A124-430B86B5BAB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E3CE01E-45BC-4306-BDF4-61B5B95DA84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F2816F9F-8CF8-4E85-97F8-10E0FAB36D3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284331B9-B52C-4316-8493-4196C15ED18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2DCA9E7A-05AD-47F9-9207-2F458286D56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81361530-B1AF-433B-95B8-D47FCBB7A86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8179D27A-5951-4567-AD35-A3E8E9DBA796}"/>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13A97796-6E48-42A9-AA94-6738C7AD8D82}"/>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63E5CE-9D70-4B28-A738-C1ACD865B409}"/>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B3EA98C-930B-4A16-9612-C809404EEB7B}"/>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1B2DF6A6-92F0-47FD-AE01-5916BB3F51EF}"/>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B0A691CE-BAA4-476C-BF90-A501523506B9}"/>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9CC1F70D-C17E-4FBF-8A62-D53E8295E9B5}"/>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400A9EC9-01B2-46F7-91DC-38922E43E704}"/>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607A34A-6D4A-436E-B391-0105EFD9466A}"/>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F26B1B2B-4886-4306-8DF9-E34A0960CD92}"/>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F204B070-20B4-4432-ACD8-4793F3678E91}"/>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42EF9A36-2710-4000-B254-16EDB14DD841}"/>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7B572C8B-75EA-48E9-AF40-F2BBB98D1C71}"/>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DCCE62A6-520F-4E8A-9084-BEACCADFF6C6}"/>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9727BB6-4409-4646-BB7C-FEA11F60F138}"/>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3E9DEA0D-A298-4564-BFCF-D0DBD80F51FD}"/>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507DAF26-70ED-4D5D-ABFF-71B98BCF70AB}"/>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661DEC0B-EF0B-4448-B992-A544A86F4435}"/>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A7878606-6ED6-479B-8FCF-6944CDC3842E}"/>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F6EA4C2E-89B6-4D16-98EC-3966736C6E08}"/>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ECF4ABC-E76F-49D1-963C-8E4264A4478F}"/>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7FE2C871-B10A-428E-9C9A-FBE19B636AEF}"/>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7D2FA2D2-6D4F-4D35-BCD9-6F27FD852C0B}"/>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A010A1FE-D144-4285-BC00-0203B4B32F21}"/>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6B1BBB0B-71D4-4AF7-9DD3-1446DF50F462}"/>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E51CF2C6-C8DF-41E5-9AEB-4B6AAAA4F8B0}"/>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0F3D5E7-0D11-419E-BC9A-B4D62AC1197C}"/>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C3653576-46C3-4354-BD9B-D0EE89ECDC36}"/>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28ACCE45-7B07-4104-8173-D1C6EE7D92DE}"/>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DAC42A36-6A19-4BA6-96AC-ED845AFB00DD}"/>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439467114"/>
      </p:ext>
    </p:extLst>
  </p:cSld>
</p:sld>
</file>

<file path=ppt/slides/slide31.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9DA88B-DE53-4BF2-936C-A86337C9B4B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BF414C-E9C1-4721-B910-5D08E1321CC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78A7666E-BE79-4F79-BB8F-A0E1D1DAF42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280E0B77-286D-4788-BE39-106A0CF025F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90603B1D-C0CB-4515-B489-E1BD75C46FB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33FE5503-DB9B-42EE-97CE-E7A01E5EF1F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44E9A5FB-32C7-4D84-AB63-003D1D36EA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B645435E-2D9E-4E19-B2E0-4A2F6F0DC270}"/>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1EB075C3-6C56-4307-9695-76D621297D97}"/>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881638E5-3996-41D8-A803-B42E0AD87D66}"/>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788032785"/>
      </p:ext>
    </p:extLst>
  </p:cSld>
</p:sld>
</file>

<file path=ppt/slides/slide32.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91A15"/>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2026-10-22T08:33:45.0870000Z</dcterms:created>
  <dcterms:modified xsi:type="dcterms:W3CDTF">2026-10-22T08:33:45.0870000Z</dcterms:modified>
</coreProperties>
</file>